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2015 年 12 月的中央城市工作会议提出："坚持以人民为中心的发展思想，坚持人民城市为人民。"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到了 2019 年 11 月，习近平总书记在上海杨浦滨江考察时，提出"人民城市人民建，人民城市为人民"。杨浦滨江原来是老工业区，后来改成了市民散步、健身的公共空间，这就是这句话最初的场景。这句话有两层意思："为人民"讲城市为谁而建，要让老百姓有休闲、健身、娱乐的地方；"人民建"讲谁来建，居民要参与决定城市怎么建、怎么改。城市做得好不好，最后要由住在里面的人来评判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人民城市落到日常生活里，最先感受到的是家门口的服务。到 2025 年底，上海有 521 家社区长者食堂、457 个公共阅读网点、1,100 座各类公园、219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这些设施离住的地方有多远？我们用开放地图数据做了一次测算。以图书馆服务网点为例：在中心七区，1 公里以内就能覆盖 77% 的居住用地；放到全市，半径要放大到 1.85 公里左右，才能覆盖 72%。全市的平均数，会掩盖市中心和郊区的差别。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再把地图放大到我家所在的街道。辖区面积约 2 平方公里，图上标出了我平时用的图书馆、健身中心、社区食堂、绿地和卫生服务中心。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图书馆每天从早上 8 点半开到晚上 8 点半，市民健身中心从早上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/>
          <a:p>
            <a:r>
              <a:t>讲稿原文</a:t>
            </a:r>
          </a:p>
          <a:p>
            <a:r>
              <a:t>食堂、绿地和卫生服务中心也都在家门口，吃饭、散步、看小病，都不用走远。用一部纪录片里的话结束这一部分。食贫道的《何以为家》里说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下面，我们把上海和纽约放到同一张考卷上。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今天我们要回答一个问题：纽约能不能叫人民城市？先说清楚什么是人民城市。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>
            <a:endParaRPr/>
          </a:p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>
            <a:endParaRPr/>
          </a:p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>
            <a:endParaRPr/>
          </a:p>
          <a:p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>
            <a:endParaRPr/>
          </a:p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>
            <a:endParaRPr/>
          </a:p>
          <a:p>
            <a:r>
              <a:t>公厕不赚钱，用得最多的是环卫工、快递员和上了年纪的人。看一座城市怎么管公厕，大致能看出它怎么对待普通人。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>
            <a:endParaRPr/>
          </a:p>
          <a:p>
            <a:r>
              <a:t>讲稿原文</a:t>
            </a:r>
          </a:p>
          <a:p>
            <a:r>
              <a:t>今天的题目是：纽约能不能叫人民城市？</a:t>
            </a:r>
          </a:p>
          <a:p>
            <a:endParaRPr/>
          </a:p>
          <a:p>
            <a:r>
              <a:t>要回答它，不能看一座城市怎么称呼自己，得放到具体的生活里去比。</a:t>
            </a:r>
          </a:p>
          <a:p>
            <a:endParaRPr/>
          </a:p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>
            <a:endParaRPr/>
          </a:p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>
            <a:endParaRPr/>
          </a:p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>
            <a:endParaRPr/>
          </a:p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https://www.health.ny.gov/statistics/vital_statistics/2022/table02.htm</a:t>
            </a:r>
          </a:p>
          <a:p>
            <a:endParaRPr/>
          </a:p>
          <a:p>
            <a:r>
              <a:t>https://www.nyc.gov/content/planning/pages/planning/population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>
            <a:endParaRPr/>
          </a:p>
          <a:p>
            <a:r>
              <a:t>讲稿原文</a:t>
            </a:r>
          </a:p>
          <a:p>
            <a:r>
              <a:t>住是日常开销里最大的一块，也最值得比。</a:t>
            </a:r>
          </a:p>
          <a:p>
            <a:endParaRPr/>
          </a:p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>
            <a:endParaRPr/>
          </a:p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>
            <a:endParaRPr/>
          </a:p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>
            <a:endParaRPr/>
          </a:p>
          <a:p>
            <a:r>
              <a:t>房租负担本来是更直接的指标，可上海统计部门不公布租金，商业网站上的数各说各话，这一项我们只好放弃，最后再说。</a:t>
            </a:r>
          </a:p>
          <a:p>
            <a:endParaRPr/>
          </a:p>
          <a:p>
            <a:r>
              <a:t>59% 对 32%，住这方面，上海有明显优势。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>
            <a:endParaRPr/>
          </a:p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>
            <a:endParaRPr/>
          </a:p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>
            <a:endParaRPr/>
          </a:p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>
            <a:endParaRPr/>
          </a:p>
          <a:p>
            <a:r>
              <a:t>对比下来，显然是上海的性价比更高。日常出行，上海是压倒性优势。</a:t>
            </a:r>
          </a:p>
          <a:p>
            <a:endParaRPr/>
          </a:p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>
            <a:endParaRPr/>
          </a:p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万人。但钱花得值不值，不看投入，要看结果。</a:t>
            </a:r>
          </a:p>
          <a:p>
            <a:endParaRPr/>
          </a:p>
          <a:p>
            <a:r>
              <a:t>先看人均期望寿命：上海 83.18 岁，纽约 83.2 岁，几乎一样，分不出高下。上海这个数还停在 2022 年，这一点最后再说。</a:t>
            </a:r>
          </a:p>
          <a:p>
            <a:endParaRPr/>
          </a:p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>
            <a:endParaRPr/>
          </a:p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>
            <a:endParaRPr/>
          </a:p>
          <a:p>
            <a:r>
              <a:t>婴儿差八成，产妇差十倍。寿命已经拉不开，这两项拉开了，所以医疗方面，上海优势明显。</a:t>
            </a:r>
          </a:p>
          <a:p>
            <a:endParaRPr/>
          </a:p>
          <a:p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>
            <a:endParaRPr/>
          </a:p>
          <a:p>
            <a:r>
              <a:t>教育只比义务教育，也就是每个孩子都要上的那部分。</a:t>
            </a:r>
          </a:p>
          <a:p>
            <a:endParaRPr/>
          </a:p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>
            <a:endParaRPr/>
          </a:p>
          <a:p>
            <a:r>
              <a:t>现在能比的是生师比，也就是一位老师平均带几个学生。上海中小学是 12.5 个，纽约公立学校是 13.2 个，差不多。</a:t>
            </a:r>
          </a:p>
          <a:p>
            <a:endParaRPr/>
          </a:p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>
            <a:endParaRPr/>
          </a:p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>
            <a:endParaRPr/>
          </a:p>
          <a:p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>
            <a:endParaRPr/>
          </a:p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>
            <a:endParaRPr/>
          </a:p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>
            <a:endParaRPr/>
          </a:p>
          <a:p>
            <a:r>
              <a:t>讲稿原文</a:t>
            </a:r>
          </a:p>
          <a:p>
            <a:r>
              <a:t>最后一项，是两座城市怎么对待最穷的人。</a:t>
            </a:r>
          </a:p>
          <a:p>
            <a:endParaRPr/>
          </a:p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>
            <a:endParaRPr/>
          </a:p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>
            <a:endParaRPr/>
          </a:p>
          <a:p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>
            <a:endParaRPr/>
          </a:p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>
            <a:endParaRPr/>
          </a:p>
          <a:p>
            <a:r>
              <a:t>讲稿原文</a:t>
            </a:r>
          </a:p>
          <a:p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>
            <a:endParaRPr/>
          </a:p>
          <a:p>
            <a:r>
              <a:t>讲稿原文</a:t>
            </a:r>
          </a:p>
          <a:p>
            <a:r>
              <a:t>上海这几年也在改办事的过程。"一网通办"接了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请一位在纽约生活的同学谈了谈那里的日常。挑两句原话：一句是"这座城市有很多公园"，另一句是"突发事件中自己的基本生活保障，也依靠自己是否有储蓄，或者高额的商业保险"。这和前面托底那一题的数据对得上：公共空间不缺，遇到急事却要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>
            <a:endParaRPr/>
          </a:p>
          <a:p>
            <a:r>
              <a:t>讲稿原文</a:t>
            </a:r>
          </a:p>
          <a:p>
            <a:r>
              <a:t>回到开头的问题：纽约能不能叫人民城市？</a:t>
            </a:r>
          </a:p>
          <a:p>
            <a:endParaRPr/>
          </a:p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>
            <a:endParaRPr/>
          </a:p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>
            <a:endParaRPr/>
          </a:p>
          <a:p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>
            <a:endParaRPr/>
          </a:p>
          <a:p>
            <a:r>
              <a:t>但这个比较不能往大了说，更不能拿两座城市去概括两个国家。</a:t>
            </a:r>
          </a:p>
          <a:p>
            <a:endParaRPr/>
          </a:p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>
            <a:endParaRPr/>
          </a:p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/>
          <a:p>
            <a:r>
              <a:t>上海做得好的先说。前面讲过，在上海办事是真方便，"一网通办"的好评率是 99.94%，高到小数点后两位。</a:t>
            </a:r>
          </a:p>
          <a:p/>
          <a:p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/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/>
          <a:p>
            <a:r>
              <a:t>人民城市人民建。真想让人民参与建设，就应该尽量把城市运行的数据摆出来。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最后说一句：这次用到的数据、出处、计算过程和地图脚本，我们都公开在网上，链接就在这一页，欢迎大家自己核对，也欢迎指出我们的错误。谢谢大家。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