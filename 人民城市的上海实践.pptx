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1"/>
    <p:sldId id="276" r:id="rId3"/>
    <p:sldId id="277" r:id="rId4"/>
    <p:sldId id="281" r:id="rId8"/>
    <p:sldId id="283" r:id="rId10"/>
    <p:sldId id="284" r:id="rId11"/>
    <p:sldId id="285" r:id="rId12"/>
    <p:sldId id="286" r:id="rId13"/>
    <p:sldId id="287" r:id="rId14"/>
    <p:sldId id="288" r:id="rId15"/>
    <p:sldId id="264" r:id="rId29"/>
    <p:sldId id="265" r:id="rId30"/>
    <p:sldId id="289" r:id="rId16"/>
    <p:sldId id="290" r:id="rId17"/>
    <p:sldId id="291" r:id="rId18"/>
    <p:sldId id="292" r:id="rId19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2"/>
    <p:sldId id="278" r:id="rId5"/>
    <p:sldId id="279" r:id="rId6"/>
    <p:sldId id="280" r:id="rId7"/>
    <p:sldId id="282" r:id="rId9"/>
    <p:sldId id="2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9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3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34.xml"/><Relationship Id="rId6" Type="http://schemas.openxmlformats.org/officeDocument/2006/relationships/slide" Target="slides/slide35.xml"/><Relationship Id="rId7" Type="http://schemas.openxmlformats.org/officeDocument/2006/relationships/slide" Target="slides/slide36.xml"/><Relationship Id="rId8" Type="http://schemas.openxmlformats.org/officeDocument/2006/relationships/slide" Target="slides/slide4.xml"/><Relationship Id="rId9" Type="http://schemas.openxmlformats.org/officeDocument/2006/relationships/slide" Target="slides/slide37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38.xml"/><Relationship Id="rId21" Type="http://schemas.openxmlformats.org/officeDocument/2006/relationships/slide" Target="slides/slide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5.3900000000000003E-2</c:v>
                </c:pt>
                <c:pt idx="2">
                  <c:v>0.22720000000000001</c:v>
                </c:pt>
                <c:pt idx="3">
                  <c:v>0.53800000000000003</c:v>
                </c:pt>
                <c:pt idx="4">
                  <c:v>1.016</c:v>
                </c:pt>
                <c:pt idx="5">
                  <c:v>1.6447000000000001</c:v>
                </c:pt>
                <c:pt idx="6">
                  <c:v>2.3976000000000002</c:v>
                </c:pt>
                <c:pt idx="7">
                  <c:v>3.2894999999999999</c:v>
                </c:pt>
                <c:pt idx="8">
                  <c:v>4.2808000000000002</c:v>
                </c:pt>
                <c:pt idx="9">
                  <c:v>5.3784999999999998</c:v>
                </c:pt>
                <c:pt idx="10">
                  <c:v>6.5674000000000001</c:v>
                </c:pt>
                <c:pt idx="11">
                  <c:v>7.8144</c:v>
                </c:pt>
                <c:pt idx="12">
                  <c:v>9.1249830000000003</c:v>
                </c:pt>
                <c:pt idx="13">
                  <c:v>10.4834</c:v>
                </c:pt>
                <c:pt idx="14">
                  <c:v>11.926600000000001</c:v>
                </c:pt>
                <c:pt idx="15">
                  <c:v>13.390700000000001</c:v>
                </c:pt>
                <c:pt idx="16">
                  <c:v>14.886200000000001</c:v>
                </c:pt>
                <c:pt idx="17">
                  <c:v>16.398900000000001</c:v>
                </c:pt>
                <c:pt idx="18">
                  <c:v>17.915600000000001</c:v>
                </c:pt>
                <c:pt idx="19">
                  <c:v>19.4725</c:v>
                </c:pt>
                <c:pt idx="20">
                  <c:v>21.017111</c:v>
                </c:pt>
                <c:pt idx="21">
                  <c:v>22.565000000000001</c:v>
                </c:pt>
                <c:pt idx="22">
                  <c:v>24.091200000000001</c:v>
                </c:pt>
                <c:pt idx="23">
                  <c:v>25.6023</c:v>
                </c:pt>
                <c:pt idx="24">
                  <c:v>27.0657</c:v>
                </c:pt>
                <c:pt idx="25">
                  <c:v>28.4969</c:v>
                </c:pt>
                <c:pt idx="26">
                  <c:v>29.908300000000001</c:v>
                </c:pt>
                <c:pt idx="27">
                  <c:v>31.2883</c:v>
                </c:pt>
                <c:pt idx="28">
                  <c:v>32.648000000000003</c:v>
                </c:pt>
                <c:pt idx="29">
                  <c:v>33.974400000000003</c:v>
                </c:pt>
                <c:pt idx="30">
                  <c:v>35.275100000000002</c:v>
                </c:pt>
                <c:pt idx="31">
                  <c:v>36.5608</c:v>
                </c:pt>
                <c:pt idx="32">
                  <c:v>37.812314000000001</c:v>
                </c:pt>
                <c:pt idx="33">
                  <c:v>39.057400000000001</c:v>
                </c:pt>
                <c:pt idx="34">
                  <c:v>40.273699999999998</c:v>
                </c:pt>
                <c:pt idx="35">
                  <c:v>41.470199999999998</c:v>
                </c:pt>
                <c:pt idx="36">
                  <c:v>42.646500000000003</c:v>
                </c:pt>
                <c:pt idx="37">
                  <c:v>43.7806</c:v>
                </c:pt>
                <c:pt idx="38">
                  <c:v>44.888399999999997</c:v>
                </c:pt>
                <c:pt idx="39">
                  <c:v>45.976100000000002</c:v>
                </c:pt>
                <c:pt idx="40">
                  <c:v>47.024763</c:v>
                </c:pt>
                <c:pt idx="41">
                  <c:v>48.067100000000003</c:v>
                </c:pt>
                <c:pt idx="42">
                  <c:v>49.0931</c:v>
                </c:pt>
                <c:pt idx="43">
                  <c:v>50.109299999999998</c:v>
                </c:pt>
                <c:pt idx="44">
                  <c:v>51.109499999999997</c:v>
                </c:pt>
                <c:pt idx="45">
                  <c:v>52.092100000000002</c:v>
                </c:pt>
                <c:pt idx="46">
                  <c:v>53.0398</c:v>
                </c:pt>
                <c:pt idx="47">
                  <c:v>53.979199999999999</c:v>
                </c:pt>
                <c:pt idx="48">
                  <c:v>54.903199999999998</c:v>
                </c:pt>
                <c:pt idx="49">
                  <c:v>55.804900000000004</c:v>
                </c:pt>
                <c:pt idx="50">
                  <c:v>56.674300000000002</c:v>
                </c:pt>
                <c:pt idx="51">
                  <c:v>57.541499999999999</c:v>
                </c:pt>
                <c:pt idx="52">
                  <c:v>58.395699999999998</c:v>
                </c:pt>
                <c:pt idx="53">
                  <c:v>59.218499999999999</c:v>
                </c:pt>
                <c:pt idx="54">
                  <c:v>60.006700000000002</c:v>
                </c:pt>
                <c:pt idx="55">
                  <c:v>60.775599999999997</c:v>
                </c:pt>
                <c:pt idx="56">
                  <c:v>61.5167</c:v>
                </c:pt>
                <c:pt idx="57">
                  <c:v>62.244199999999999</c:v>
                </c:pt>
                <c:pt idx="58">
                  <c:v>62.9497</c:v>
                </c:pt>
                <c:pt idx="59">
                  <c:v>63.642299999999999</c:v>
                </c:pt>
                <c:pt idx="60">
                  <c:v>64.310518999999999</c:v>
                </c:pt>
                <c:pt idx="61">
                  <c:v>65.000399999999999</c:v>
                </c:pt>
                <c:pt idx="62">
                  <c:v>65.664900000000003</c:v>
                </c:pt>
                <c:pt idx="63">
                  <c:v>66.311199999999999</c:v>
                </c:pt>
                <c:pt idx="64">
                  <c:v>66.962999999999994</c:v>
                </c:pt>
                <c:pt idx="65">
                  <c:v>67.605599999999995</c:v>
                </c:pt>
                <c:pt idx="66">
                  <c:v>68.241399999999999</c:v>
                </c:pt>
                <c:pt idx="67">
                  <c:v>68.880899999999997</c:v>
                </c:pt>
                <c:pt idx="68">
                  <c:v>69.522400000000005</c:v>
                </c:pt>
                <c:pt idx="69">
                  <c:v>70.152299999999997</c:v>
                </c:pt>
                <c:pt idx="70">
                  <c:v>70.784599999999998</c:v>
                </c:pt>
                <c:pt idx="71">
                  <c:v>71.409899999999993</c:v>
                </c:pt>
                <c:pt idx="72">
                  <c:v>72.0214</c:v>
                </c:pt>
                <c:pt idx="73">
                  <c:v>72.622299999999996</c:v>
                </c:pt>
                <c:pt idx="74">
                  <c:v>73.2</c:v>
                </c:pt>
                <c:pt idx="75">
                  <c:v>73.766300000000001</c:v>
                </c:pt>
                <c:pt idx="76">
                  <c:v>74.332400000000007</c:v>
                </c:pt>
                <c:pt idx="77">
                  <c:v>74.883600000000001</c:v>
                </c:pt>
                <c:pt idx="78">
                  <c:v>75.422300000000007</c:v>
                </c:pt>
                <c:pt idx="79">
                  <c:v>75.961299999999994</c:v>
                </c:pt>
                <c:pt idx="80">
                  <c:v>76.500581999999994</c:v>
                </c:pt>
                <c:pt idx="81">
                  <c:v>77.039599999999993</c:v>
                </c:pt>
                <c:pt idx="82">
                  <c:v>77.574600000000004</c:v>
                </c:pt>
                <c:pt idx="83">
                  <c:v>78.101200000000006</c:v>
                </c:pt>
                <c:pt idx="84">
                  <c:v>78.617599999999996</c:v>
                </c:pt>
                <c:pt idx="85">
                  <c:v>79.115099999999998</c:v>
                </c:pt>
                <c:pt idx="86">
                  <c:v>79.597999999999999</c:v>
                </c:pt>
                <c:pt idx="87">
                  <c:v>80.073300000000003</c:v>
                </c:pt>
                <c:pt idx="88">
                  <c:v>80.534700000000001</c:v>
                </c:pt>
                <c:pt idx="89">
                  <c:v>80.994699999999995</c:v>
                </c:pt>
                <c:pt idx="90">
                  <c:v>81.446899999999999</c:v>
                </c:pt>
                <c:pt idx="91">
                  <c:v>81.877700000000004</c:v>
                </c:pt>
                <c:pt idx="92">
                  <c:v>82.308800000000005</c:v>
                </c:pt>
                <c:pt idx="93">
                  <c:v>82.716499999999996</c:v>
                </c:pt>
                <c:pt idx="94">
                  <c:v>83.11</c:v>
                </c:pt>
                <c:pt idx="95">
                  <c:v>83.492099999999994</c:v>
                </c:pt>
                <c:pt idx="96">
                  <c:v>83.859399999999994</c:v>
                </c:pt>
                <c:pt idx="97">
                  <c:v>84.215199999999996</c:v>
                </c:pt>
                <c:pt idx="98">
                  <c:v>84.559299999999993</c:v>
                </c:pt>
                <c:pt idx="99">
                  <c:v>84.897099999999995</c:v>
                </c:pt>
                <c:pt idx="100">
                  <c:v>85.239199999999997</c:v>
                </c:pt>
                <c:pt idx="101">
                  <c:v>85.572299999999998</c:v>
                </c:pt>
                <c:pt idx="102">
                  <c:v>85.889399999999995</c:v>
                </c:pt>
                <c:pt idx="103">
                  <c:v>86.200800000000001</c:v>
                </c:pt>
                <c:pt idx="104">
                  <c:v>86.495099999999994</c:v>
                </c:pt>
                <c:pt idx="105">
                  <c:v>86.781499999999994</c:v>
                </c:pt>
                <c:pt idx="106">
                  <c:v>87.065399999999997</c:v>
                </c:pt>
                <c:pt idx="107">
                  <c:v>87.34</c:v>
                </c:pt>
                <c:pt idx="108">
                  <c:v>87.599900000000005</c:v>
                </c:pt>
                <c:pt idx="109">
                  <c:v>87.843900000000005</c:v>
                </c:pt>
                <c:pt idx="110">
                  <c:v>88.074399999999997</c:v>
                </c:pt>
                <c:pt idx="111">
                  <c:v>88.293999999999997</c:v>
                </c:pt>
                <c:pt idx="112">
                  <c:v>88.506299999999996</c:v>
                </c:pt>
                <c:pt idx="113">
                  <c:v>88.718699999999998</c:v>
                </c:pt>
                <c:pt idx="114">
                  <c:v>88.934700000000007</c:v>
                </c:pt>
                <c:pt idx="115">
                  <c:v>89.146199999999993</c:v>
                </c:pt>
                <c:pt idx="116">
                  <c:v>89.349400000000003</c:v>
                </c:pt>
                <c:pt idx="117">
                  <c:v>89.547600000000003</c:v>
                </c:pt>
                <c:pt idx="118">
                  <c:v>89.739599999999996</c:v>
                </c:pt>
                <c:pt idx="119">
                  <c:v>89.923100000000005</c:v>
                </c:pt>
                <c:pt idx="120">
                  <c:v>90.100296999999998</c:v>
                </c:pt>
                <c:pt idx="121">
                  <c:v>90.268900000000002</c:v>
                </c:pt>
                <c:pt idx="122">
                  <c:v>90.440399999999997</c:v>
                </c:pt>
                <c:pt idx="123">
                  <c:v>90.611099999999993</c:v>
                </c:pt>
                <c:pt idx="124">
                  <c:v>90.777500000000003</c:v>
                </c:pt>
                <c:pt idx="125">
                  <c:v>90.942700000000002</c:v>
                </c:pt>
                <c:pt idx="126">
                  <c:v>91.110299999999995</c:v>
                </c:pt>
                <c:pt idx="127">
                  <c:v>91.274500000000003</c:v>
                </c:pt>
                <c:pt idx="128">
                  <c:v>91.436099999999996</c:v>
                </c:pt>
                <c:pt idx="129">
                  <c:v>91.594499999999996</c:v>
                </c:pt>
                <c:pt idx="130">
                  <c:v>91.749700000000004</c:v>
                </c:pt>
                <c:pt idx="131">
                  <c:v>91.901700000000005</c:v>
                </c:pt>
                <c:pt idx="132">
                  <c:v>92.044600000000003</c:v>
                </c:pt>
                <c:pt idx="133">
                  <c:v>92.188299999999998</c:v>
                </c:pt>
                <c:pt idx="134">
                  <c:v>92.330100000000002</c:v>
                </c:pt>
                <c:pt idx="135">
                  <c:v>92.468599999999995</c:v>
                </c:pt>
                <c:pt idx="136">
                  <c:v>92.603999999999999</c:v>
                </c:pt>
                <c:pt idx="137">
                  <c:v>92.732100000000003</c:v>
                </c:pt>
                <c:pt idx="138">
                  <c:v>92.858199999999997</c:v>
                </c:pt>
                <c:pt idx="139">
                  <c:v>92.9816</c:v>
                </c:pt>
                <c:pt idx="140">
                  <c:v>93.107799999999997</c:v>
                </c:pt>
                <c:pt idx="141">
                  <c:v>93.241600000000005</c:v>
                </c:pt>
                <c:pt idx="142">
                  <c:v>93.369900000000001</c:v>
                </c:pt>
                <c:pt idx="143">
                  <c:v>93.494299999999996</c:v>
                </c:pt>
                <c:pt idx="144">
                  <c:v>93.614699999999999</c:v>
                </c:pt>
                <c:pt idx="145">
                  <c:v>93.737200000000001</c:v>
                </c:pt>
                <c:pt idx="146">
                  <c:v>93.863699999999994</c:v>
                </c:pt>
                <c:pt idx="147">
                  <c:v>93.991200000000006</c:v>
                </c:pt>
                <c:pt idx="148">
                  <c:v>94.119799999999998</c:v>
                </c:pt>
                <c:pt idx="149">
                  <c:v>94.251199999999997</c:v>
                </c:pt>
                <c:pt idx="150">
                  <c:v>94.383700000000005</c:v>
                </c:pt>
                <c:pt idx="151">
                  <c:v>94.510099999999994</c:v>
                </c:pt>
                <c:pt idx="152">
                  <c:v>94.628399999999999</c:v>
                </c:pt>
                <c:pt idx="153">
                  <c:v>94.741299999999995</c:v>
                </c:pt>
                <c:pt idx="154">
                  <c:v>94.846500000000006</c:v>
                </c:pt>
                <c:pt idx="155">
                  <c:v>94.951800000000006</c:v>
                </c:pt>
                <c:pt idx="156">
                  <c:v>95.057900000000004</c:v>
                </c:pt>
                <c:pt idx="157">
                  <c:v>95.164500000000004</c:v>
                </c:pt>
                <c:pt idx="158">
                  <c:v>95.267700000000005</c:v>
                </c:pt>
                <c:pt idx="159">
                  <c:v>95.370199999999997</c:v>
                </c:pt>
                <c:pt idx="160">
                  <c:v>95.468100000000007</c:v>
                </c:pt>
                <c:pt idx="161">
                  <c:v>95.5642</c:v>
                </c:pt>
                <c:pt idx="162">
                  <c:v>95.662999999999997</c:v>
                </c:pt>
                <c:pt idx="163">
                  <c:v>95.758700000000005</c:v>
                </c:pt>
                <c:pt idx="164">
                  <c:v>95.856700000000004</c:v>
                </c:pt>
                <c:pt idx="165">
                  <c:v>95.950299999999999</c:v>
                </c:pt>
                <c:pt idx="166">
                  <c:v>96.042299999999997</c:v>
                </c:pt>
                <c:pt idx="167">
                  <c:v>96.132999999999996</c:v>
                </c:pt>
                <c:pt idx="168">
                  <c:v>96.218599999999995</c:v>
                </c:pt>
                <c:pt idx="169">
                  <c:v>96.304400000000001</c:v>
                </c:pt>
                <c:pt idx="170">
                  <c:v>96.384</c:v>
                </c:pt>
                <c:pt idx="171">
                  <c:v>96.463700000000003</c:v>
                </c:pt>
                <c:pt idx="172">
                  <c:v>96.539000000000001</c:v>
                </c:pt>
                <c:pt idx="173">
                  <c:v>96.608099999999993</c:v>
                </c:pt>
                <c:pt idx="174">
                  <c:v>96.676599999999993</c:v>
                </c:pt>
                <c:pt idx="175">
                  <c:v>96.742500000000007</c:v>
                </c:pt>
                <c:pt idx="176">
                  <c:v>96.803399999999996</c:v>
                </c:pt>
                <c:pt idx="177">
                  <c:v>96.860299999999995</c:v>
                </c:pt>
                <c:pt idx="178">
                  <c:v>96.912700000000001</c:v>
                </c:pt>
                <c:pt idx="179">
                  <c:v>96.962599999999995</c:v>
                </c:pt>
                <c:pt idx="180">
                  <c:v>97.012600000000006</c:v>
                </c:pt>
                <c:pt idx="181">
                  <c:v>97.060599999999994</c:v>
                </c:pt>
                <c:pt idx="182">
                  <c:v>97.106899999999996</c:v>
                </c:pt>
                <c:pt idx="183">
                  <c:v>97.154899999999998</c:v>
                </c:pt>
                <c:pt idx="184">
                  <c:v>97.202200000000005</c:v>
                </c:pt>
                <c:pt idx="185">
                  <c:v>97.250900000000001</c:v>
                </c:pt>
                <c:pt idx="186">
                  <c:v>97.298100000000005</c:v>
                </c:pt>
                <c:pt idx="187">
                  <c:v>97.341300000000004</c:v>
                </c:pt>
                <c:pt idx="188">
                  <c:v>97.383200000000002</c:v>
                </c:pt>
                <c:pt idx="189">
                  <c:v>97.421999999999997</c:v>
                </c:pt>
                <c:pt idx="190">
                  <c:v>97.462900000000005</c:v>
                </c:pt>
                <c:pt idx="191">
                  <c:v>97.502200000000002</c:v>
                </c:pt>
                <c:pt idx="192">
                  <c:v>97.544499999999999</c:v>
                </c:pt>
                <c:pt idx="193">
                  <c:v>97.588300000000004</c:v>
                </c:pt>
                <c:pt idx="194">
                  <c:v>97.632800000000003</c:v>
                </c:pt>
                <c:pt idx="195">
                  <c:v>97.678299999999993</c:v>
                </c:pt>
                <c:pt idx="196">
                  <c:v>97.724599999999995</c:v>
                </c:pt>
                <c:pt idx="197">
                  <c:v>97.771199999999993</c:v>
                </c:pt>
                <c:pt idx="198">
                  <c:v>97.820099999999996</c:v>
                </c:pt>
                <c:pt idx="199">
                  <c:v>97.871099999999998</c:v>
                </c:pt>
                <c:pt idx="200">
                  <c:v>97.919100999999998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7D7-49AA-92F9-9430BAA70001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0.14350499999999999</c:v>
                </c:pt>
                <c:pt idx="2">
                  <c:v>0.63156999999999996</c:v>
                </c:pt>
                <c:pt idx="3">
                  <c:v>1.4955160000000001</c:v>
                </c:pt>
                <c:pt idx="4">
                  <c:v>2.857726</c:v>
                </c:pt>
                <c:pt idx="5">
                  <c:v>4.6271409999999999</c:v>
                </c:pt>
                <c:pt idx="6">
                  <c:v>6.7163469999999998</c:v>
                </c:pt>
                <c:pt idx="7">
                  <c:v>9.1916340000000005</c:v>
                </c:pt>
                <c:pt idx="8">
                  <c:v>11.85632</c:v>
                </c:pt>
                <c:pt idx="9">
                  <c:v>14.702389999999999</c:v>
                </c:pt>
                <c:pt idx="10">
                  <c:v>17.719685999999999</c:v>
                </c:pt>
                <c:pt idx="11">
                  <c:v>20.852</c:v>
                </c:pt>
                <c:pt idx="12">
                  <c:v>24.123905000000001</c:v>
                </c:pt>
                <c:pt idx="13">
                  <c:v>27.507885999999999</c:v>
                </c:pt>
                <c:pt idx="14">
                  <c:v>31.088965999999999</c:v>
                </c:pt>
                <c:pt idx="15">
                  <c:v>34.627068000000001</c:v>
                </c:pt>
                <c:pt idx="16">
                  <c:v>38.126562</c:v>
                </c:pt>
                <c:pt idx="17">
                  <c:v>41.527714000000003</c:v>
                </c:pt>
                <c:pt idx="18">
                  <c:v>44.810856999999999</c:v>
                </c:pt>
                <c:pt idx="19">
                  <c:v>48.123866</c:v>
                </c:pt>
                <c:pt idx="20">
                  <c:v>51.2896</c:v>
                </c:pt>
                <c:pt idx="21">
                  <c:v>54.443206000000004</c:v>
                </c:pt>
                <c:pt idx="22">
                  <c:v>57.445894000000003</c:v>
                </c:pt>
                <c:pt idx="23">
                  <c:v>60.307262000000001</c:v>
                </c:pt>
                <c:pt idx="24">
                  <c:v>62.948636999999998</c:v>
                </c:pt>
                <c:pt idx="25">
                  <c:v>65.403526999999997</c:v>
                </c:pt>
                <c:pt idx="26">
                  <c:v>67.751334999999997</c:v>
                </c:pt>
                <c:pt idx="27">
                  <c:v>69.951266000000004</c:v>
                </c:pt>
                <c:pt idx="28">
                  <c:v>71.996037000000001</c:v>
                </c:pt>
                <c:pt idx="29">
                  <c:v>73.922798</c:v>
                </c:pt>
                <c:pt idx="30">
                  <c:v>75.707510999999997</c:v>
                </c:pt>
                <c:pt idx="31">
                  <c:v>77.368386999999998</c:v>
                </c:pt>
                <c:pt idx="32">
                  <c:v>78.895962999999995</c:v>
                </c:pt>
                <c:pt idx="33">
                  <c:v>80.347036000000003</c:v>
                </c:pt>
                <c:pt idx="34">
                  <c:v>81.685934000000003</c:v>
                </c:pt>
                <c:pt idx="35">
                  <c:v>82.904638000000006</c:v>
                </c:pt>
                <c:pt idx="36">
                  <c:v>84.05341</c:v>
                </c:pt>
                <c:pt idx="37">
                  <c:v>85.071061</c:v>
                </c:pt>
                <c:pt idx="38">
                  <c:v>85.973614999999995</c:v>
                </c:pt>
                <c:pt idx="39">
                  <c:v>86.790211999999997</c:v>
                </c:pt>
                <c:pt idx="40">
                  <c:v>87.481938</c:v>
                </c:pt>
                <c:pt idx="41">
                  <c:v>88.142223000000001</c:v>
                </c:pt>
                <c:pt idx="42">
                  <c:v>88.775977999999995</c:v>
                </c:pt>
                <c:pt idx="43">
                  <c:v>89.384237999999996</c:v>
                </c:pt>
                <c:pt idx="44">
                  <c:v>89.966273000000001</c:v>
                </c:pt>
                <c:pt idx="45">
                  <c:v>90.527911000000003</c:v>
                </c:pt>
                <c:pt idx="46">
                  <c:v>91.051669000000004</c:v>
                </c:pt>
                <c:pt idx="47">
                  <c:v>91.530991999999998</c:v>
                </c:pt>
                <c:pt idx="48">
                  <c:v>91.962237000000002</c:v>
                </c:pt>
                <c:pt idx="49">
                  <c:v>92.381827000000001</c:v>
                </c:pt>
                <c:pt idx="50">
                  <c:v>92.781747999999993</c:v>
                </c:pt>
                <c:pt idx="51">
                  <c:v>93.159816000000006</c:v>
                </c:pt>
                <c:pt idx="52">
                  <c:v>93.526955999999998</c:v>
                </c:pt>
                <c:pt idx="53">
                  <c:v>93.863501999999997</c:v>
                </c:pt>
                <c:pt idx="54">
                  <c:v>94.188393000000005</c:v>
                </c:pt>
                <c:pt idx="55">
                  <c:v>94.474675000000005</c:v>
                </c:pt>
                <c:pt idx="56">
                  <c:v>94.739103999999998</c:v>
                </c:pt>
                <c:pt idx="57">
                  <c:v>94.991148999999993</c:v>
                </c:pt>
                <c:pt idx="58">
                  <c:v>95.222797999999997</c:v>
                </c:pt>
                <c:pt idx="59">
                  <c:v>95.434777999999994</c:v>
                </c:pt>
                <c:pt idx="60">
                  <c:v>95.633283000000006</c:v>
                </c:pt>
                <c:pt idx="61">
                  <c:v>95.819401999999997</c:v>
                </c:pt>
                <c:pt idx="62">
                  <c:v>95.994958999999994</c:v>
                </c:pt>
                <c:pt idx="63">
                  <c:v>96.167603</c:v>
                </c:pt>
                <c:pt idx="64">
                  <c:v>96.334418999999997</c:v>
                </c:pt>
                <c:pt idx="65">
                  <c:v>96.485208999999998</c:v>
                </c:pt>
                <c:pt idx="66">
                  <c:v>96.622887000000006</c:v>
                </c:pt>
                <c:pt idx="67">
                  <c:v>96.745994999999994</c:v>
                </c:pt>
                <c:pt idx="68">
                  <c:v>96.866918999999996</c:v>
                </c:pt>
                <c:pt idx="69">
                  <c:v>96.980558000000002</c:v>
                </c:pt>
                <c:pt idx="70">
                  <c:v>97.092738999999995</c:v>
                </c:pt>
                <c:pt idx="71">
                  <c:v>97.190352000000004</c:v>
                </c:pt>
                <c:pt idx="72">
                  <c:v>97.276309999999995</c:v>
                </c:pt>
                <c:pt idx="73">
                  <c:v>97.348427000000001</c:v>
                </c:pt>
                <c:pt idx="74">
                  <c:v>97.405974999999998</c:v>
                </c:pt>
                <c:pt idx="75">
                  <c:v>97.464251000000004</c:v>
                </c:pt>
                <c:pt idx="76">
                  <c:v>97.5167</c:v>
                </c:pt>
                <c:pt idx="77">
                  <c:v>97.566235000000006</c:v>
                </c:pt>
                <c:pt idx="78">
                  <c:v>97.614312999999996</c:v>
                </c:pt>
                <c:pt idx="79">
                  <c:v>97.664575999999997</c:v>
                </c:pt>
                <c:pt idx="80">
                  <c:v>97.718001000000001</c:v>
                </c:pt>
                <c:pt idx="81">
                  <c:v>97.76146</c:v>
                </c:pt>
                <c:pt idx="82">
                  <c:v>97.808081000000001</c:v>
                </c:pt>
                <c:pt idx="83">
                  <c:v>97.847418000000005</c:v>
                </c:pt>
                <c:pt idx="84">
                  <c:v>97.882384000000002</c:v>
                </c:pt>
                <c:pt idx="85">
                  <c:v>97.915892999999997</c:v>
                </c:pt>
                <c:pt idx="86">
                  <c:v>97.945031</c:v>
                </c:pt>
                <c:pt idx="87">
                  <c:v>97.972712000000001</c:v>
                </c:pt>
                <c:pt idx="88">
                  <c:v>97.995294000000001</c:v>
                </c:pt>
                <c:pt idx="89">
                  <c:v>98.020790000000005</c:v>
                </c:pt>
                <c:pt idx="90">
                  <c:v>98.048471000000006</c:v>
                </c:pt>
                <c:pt idx="91">
                  <c:v>98.073239000000001</c:v>
                </c:pt>
                <c:pt idx="92">
                  <c:v>98.099463</c:v>
                </c:pt>
                <c:pt idx="93">
                  <c:v>98.127144000000001</c:v>
                </c:pt>
                <c:pt idx="94">
                  <c:v>98.153368999999998</c:v>
                </c:pt>
                <c:pt idx="95">
                  <c:v>98.175950999999998</c:v>
                </c:pt>
                <c:pt idx="96">
                  <c:v>98.197075999999996</c:v>
                </c:pt>
                <c:pt idx="97">
                  <c:v>98.212373999999997</c:v>
                </c:pt>
                <c:pt idx="98">
                  <c:v>98.221843000000007</c:v>
                </c:pt>
                <c:pt idx="99">
                  <c:v>98.223299999999995</c:v>
                </c:pt>
                <c:pt idx="100">
                  <c:v>98.223299999999995</c:v>
                </c:pt>
                <c:pt idx="101">
                  <c:v>98.223299999999995</c:v>
                </c:pt>
                <c:pt idx="102">
                  <c:v>98.223299999999995</c:v>
                </c:pt>
                <c:pt idx="103">
                  <c:v>98.223299999999995</c:v>
                </c:pt>
                <c:pt idx="104">
                  <c:v>98.223299999999995</c:v>
                </c:pt>
                <c:pt idx="105">
                  <c:v>98.223299999999995</c:v>
                </c:pt>
                <c:pt idx="106">
                  <c:v>98.224756999999997</c:v>
                </c:pt>
                <c:pt idx="107">
                  <c:v>98.235684000000006</c:v>
                </c:pt>
                <c:pt idx="108">
                  <c:v>98.248795999999999</c:v>
                </c:pt>
                <c:pt idx="109">
                  <c:v>98.263364999999993</c:v>
                </c:pt>
                <c:pt idx="110">
                  <c:v>98.277934000000002</c:v>
                </c:pt>
                <c:pt idx="111">
                  <c:v>98.294689000000005</c:v>
                </c:pt>
                <c:pt idx="112">
                  <c:v>98.309985999999995</c:v>
                </c:pt>
                <c:pt idx="113">
                  <c:v>98.323826999999994</c:v>
                </c:pt>
                <c:pt idx="114">
                  <c:v>98.336939000000001</c:v>
                </c:pt>
                <c:pt idx="115">
                  <c:v>98.348594000000006</c:v>
                </c:pt>
                <c:pt idx="116">
                  <c:v>98.359521000000001</c:v>
                </c:pt>
                <c:pt idx="117">
                  <c:v>98.379918000000004</c:v>
                </c:pt>
                <c:pt idx="118">
                  <c:v>98.406870999999995</c:v>
                </c:pt>
                <c:pt idx="119">
                  <c:v>98.433824000000001</c:v>
                </c:pt>
                <c:pt idx="120">
                  <c:v>98.45429</c:v>
                </c:pt>
                <c:pt idx="121">
                  <c:v>98.481902000000005</c:v>
                </c:pt>
                <c:pt idx="122">
                  <c:v>98.510311000000002</c:v>
                </c:pt>
                <c:pt idx="123">
                  <c:v>98.538720999999995</c:v>
                </c:pt>
                <c:pt idx="124">
                  <c:v>98.571500999999998</c:v>
                </c:pt>
                <c:pt idx="125">
                  <c:v>98.601367999999994</c:v>
                </c:pt>
                <c:pt idx="126">
                  <c:v>98.633420000000001</c:v>
                </c:pt>
                <c:pt idx="127">
                  <c:v>98.664015000000006</c:v>
                </c:pt>
                <c:pt idx="128">
                  <c:v>98.700438000000005</c:v>
                </c:pt>
                <c:pt idx="129">
                  <c:v>98.739773999999997</c:v>
                </c:pt>
                <c:pt idx="130">
                  <c:v>98.777653999999998</c:v>
                </c:pt>
                <c:pt idx="131">
                  <c:v>98.813348000000005</c:v>
                </c:pt>
                <c:pt idx="132">
                  <c:v>98.852684999999994</c:v>
                </c:pt>
                <c:pt idx="133">
                  <c:v>98.892750000000007</c:v>
                </c:pt>
                <c:pt idx="134">
                  <c:v>98.927715000000006</c:v>
                </c:pt>
                <c:pt idx="135">
                  <c:v>98.959039000000004</c:v>
                </c:pt>
                <c:pt idx="136">
                  <c:v>98.986720000000005</c:v>
                </c:pt>
                <c:pt idx="137">
                  <c:v>99.016587000000001</c:v>
                </c:pt>
                <c:pt idx="138">
                  <c:v>99.042811</c:v>
                </c:pt>
                <c:pt idx="139">
                  <c:v>99.069035999999997</c:v>
                </c:pt>
                <c:pt idx="140">
                  <c:v>99.098901999999995</c:v>
                </c:pt>
                <c:pt idx="141">
                  <c:v>99.126582999999997</c:v>
                </c:pt>
                <c:pt idx="142">
                  <c:v>99.154993000000005</c:v>
                </c:pt>
                <c:pt idx="143">
                  <c:v>99.181945999999996</c:v>
                </c:pt>
                <c:pt idx="144">
                  <c:v>99.211813000000006</c:v>
                </c:pt>
                <c:pt idx="145">
                  <c:v>99.236580000000004</c:v>
                </c:pt>
                <c:pt idx="146">
                  <c:v>99.262804000000003</c:v>
                </c:pt>
                <c:pt idx="147">
                  <c:v>99.286843000000005</c:v>
                </c:pt>
                <c:pt idx="148">
                  <c:v>99.315252999999998</c:v>
                </c:pt>
                <c:pt idx="149">
                  <c:v>99.342934</c:v>
                </c:pt>
                <c:pt idx="150">
                  <c:v>99.368430000000004</c:v>
                </c:pt>
                <c:pt idx="151">
                  <c:v>99.388098999999997</c:v>
                </c:pt>
                <c:pt idx="152">
                  <c:v>99.412865999999994</c:v>
                </c:pt>
                <c:pt idx="153">
                  <c:v>99.436904999999996</c:v>
                </c:pt>
                <c:pt idx="154">
                  <c:v>99.462401</c:v>
                </c:pt>
                <c:pt idx="155">
                  <c:v>99.487167999999997</c:v>
                </c:pt>
                <c:pt idx="156">
                  <c:v>99.514849999999996</c:v>
                </c:pt>
                <c:pt idx="157">
                  <c:v>99.543259000000006</c:v>
                </c:pt>
                <c:pt idx="158">
                  <c:v>99.570941000000005</c:v>
                </c:pt>
                <c:pt idx="159">
                  <c:v>99.594978999999995</c:v>
                </c:pt>
                <c:pt idx="160">
                  <c:v>99.615375999999998</c:v>
                </c:pt>
                <c:pt idx="161">
                  <c:v>99.632131000000001</c:v>
                </c:pt>
                <c:pt idx="162">
                  <c:v>99.648156999999998</c:v>
                </c:pt>
                <c:pt idx="163">
                  <c:v>99.661997</c:v>
                </c:pt>
                <c:pt idx="164">
                  <c:v>99.674380999999997</c:v>
                </c:pt>
                <c:pt idx="165">
                  <c:v>99.682394000000002</c:v>
                </c:pt>
                <c:pt idx="166">
                  <c:v>99.691863999999995</c:v>
                </c:pt>
                <c:pt idx="167">
                  <c:v>99.702061999999998</c:v>
                </c:pt>
                <c:pt idx="168">
                  <c:v>99.710803999999996</c:v>
                </c:pt>
                <c:pt idx="169">
                  <c:v>99.719544999999997</c:v>
                </c:pt>
                <c:pt idx="170">
                  <c:v>99.726830000000007</c:v>
                </c:pt>
                <c:pt idx="171">
                  <c:v>99.734842999999998</c:v>
                </c:pt>
                <c:pt idx="172">
                  <c:v>99.742126999999996</c:v>
                </c:pt>
                <c:pt idx="173">
                  <c:v>99.750868999999994</c:v>
                </c:pt>
                <c:pt idx="174">
                  <c:v>99.760339000000002</c:v>
                </c:pt>
                <c:pt idx="175">
                  <c:v>99.769080000000002</c:v>
                </c:pt>
                <c:pt idx="176">
                  <c:v>99.778549999999996</c:v>
                </c:pt>
                <c:pt idx="177">
                  <c:v>99.787290999999996</c:v>
                </c:pt>
                <c:pt idx="178">
                  <c:v>99.794576000000006</c:v>
                </c:pt>
                <c:pt idx="179">
                  <c:v>99.800404</c:v>
                </c:pt>
                <c:pt idx="180">
                  <c:v>99.806230999999997</c:v>
                </c:pt>
                <c:pt idx="181">
                  <c:v>99.812059000000005</c:v>
                </c:pt>
                <c:pt idx="182">
                  <c:v>99.817886000000001</c:v>
                </c:pt>
                <c:pt idx="183">
                  <c:v>99.822986</c:v>
                </c:pt>
                <c:pt idx="184">
                  <c:v>99.827355999999995</c:v>
                </c:pt>
                <c:pt idx="185">
                  <c:v>99.831727000000001</c:v>
                </c:pt>
                <c:pt idx="186">
                  <c:v>99.835369</c:v>
                </c:pt>
                <c:pt idx="187">
                  <c:v>99.839011999999997</c:v>
                </c:pt>
                <c:pt idx="188">
                  <c:v>99.842653999999996</c:v>
                </c:pt>
                <c:pt idx="189">
                  <c:v>99.847025000000002</c:v>
                </c:pt>
                <c:pt idx="190">
                  <c:v>99.849937999999995</c:v>
                </c:pt>
                <c:pt idx="191">
                  <c:v>99.849937999999995</c:v>
                </c:pt>
                <c:pt idx="192">
                  <c:v>99.849937999999995</c:v>
                </c:pt>
                <c:pt idx="193">
                  <c:v>99.849937999999995</c:v>
                </c:pt>
                <c:pt idx="194">
                  <c:v>99.849937999999995</c:v>
                </c:pt>
                <c:pt idx="195">
                  <c:v>99.849937999999995</c:v>
                </c:pt>
                <c:pt idx="196">
                  <c:v>99.849937999999995</c:v>
                </c:pt>
                <c:pt idx="197">
                  <c:v>99.849937999999995</c:v>
                </c:pt>
                <c:pt idx="198">
                  <c:v>99.849937999999995</c:v>
                </c:pt>
                <c:pt idx="199">
                  <c:v>99.849937999999995</c:v>
                </c:pt>
                <c:pt idx="200">
                  <c:v>99.848929999999996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7D7-49AA-92F9-9430BAA70001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72.011781999999997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7D7-49AA-92F9-9430BAA70001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2.482173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85.002498000000003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7D7-49AA-92F9-9430BAA70001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0.75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75.670079000000001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7D7-49AA-92F9-9430BAA70001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0.92346200000000001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85.016058999999998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7D7-49AA-92F9-9430BAA700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2.0799999999999999E-2</c:v>
                </c:pt>
                <c:pt idx="2">
                  <c:v>9.8900000000000002E-2</c:v>
                </c:pt>
                <c:pt idx="3">
                  <c:v>0.26729999999999998</c:v>
                </c:pt>
                <c:pt idx="4">
                  <c:v>0.54085000000000005</c:v>
                </c:pt>
                <c:pt idx="5">
                  <c:v>0.91639999999999999</c:v>
                </c:pt>
                <c:pt idx="6">
                  <c:v>1.3772</c:v>
                </c:pt>
                <c:pt idx="7">
                  <c:v>1.9244000000000001</c:v>
                </c:pt>
                <c:pt idx="8">
                  <c:v>2.5642</c:v>
                </c:pt>
                <c:pt idx="9">
                  <c:v>3.2930999999999999</c:v>
                </c:pt>
                <c:pt idx="10">
                  <c:v>4.0999689999999998</c:v>
                </c:pt>
                <c:pt idx="11">
                  <c:v>4.9710999999999999</c:v>
                </c:pt>
                <c:pt idx="12">
                  <c:v>5.9145200000000004</c:v>
                </c:pt>
                <c:pt idx="13">
                  <c:v>6.9374000000000002</c:v>
                </c:pt>
                <c:pt idx="14">
                  <c:v>8.0344999999999995</c:v>
                </c:pt>
                <c:pt idx="15">
                  <c:v>9.1950000000000003</c:v>
                </c:pt>
                <c:pt idx="16">
                  <c:v>10.398300000000001</c:v>
                </c:pt>
                <c:pt idx="17">
                  <c:v>11.6713</c:v>
                </c:pt>
                <c:pt idx="18">
                  <c:v>12.9818</c:v>
                </c:pt>
                <c:pt idx="19">
                  <c:v>14.347</c:v>
                </c:pt>
                <c:pt idx="20">
                  <c:v>15.71637</c:v>
                </c:pt>
                <c:pt idx="21">
                  <c:v>17.0779</c:v>
                </c:pt>
                <c:pt idx="22">
                  <c:v>18.461300000000001</c:v>
                </c:pt>
                <c:pt idx="23">
                  <c:v>19.870699999999999</c:v>
                </c:pt>
                <c:pt idx="24">
                  <c:v>21.302600000000002</c:v>
                </c:pt>
                <c:pt idx="25">
                  <c:v>22.731300000000001</c:v>
                </c:pt>
                <c:pt idx="26">
                  <c:v>24.172899999999998</c:v>
                </c:pt>
                <c:pt idx="27">
                  <c:v>25.618099999999998</c:v>
                </c:pt>
                <c:pt idx="28">
                  <c:v>27.061199999999999</c:v>
                </c:pt>
                <c:pt idx="29">
                  <c:v>28.492899999999999</c:v>
                </c:pt>
                <c:pt idx="30">
                  <c:v>29.924199999999999</c:v>
                </c:pt>
                <c:pt idx="31">
                  <c:v>31.341799999999999</c:v>
                </c:pt>
                <c:pt idx="32">
                  <c:v>32.741636</c:v>
                </c:pt>
                <c:pt idx="33">
                  <c:v>34.143000000000001</c:v>
                </c:pt>
                <c:pt idx="34">
                  <c:v>35.521500000000003</c:v>
                </c:pt>
                <c:pt idx="35">
                  <c:v>36.878100000000003</c:v>
                </c:pt>
                <c:pt idx="36">
                  <c:v>38.212200000000003</c:v>
                </c:pt>
                <c:pt idx="37">
                  <c:v>39.532400000000003</c:v>
                </c:pt>
                <c:pt idx="38">
                  <c:v>40.812600000000003</c:v>
                </c:pt>
                <c:pt idx="39">
                  <c:v>42.031500000000001</c:v>
                </c:pt>
                <c:pt idx="40">
                  <c:v>43.202669999999998</c:v>
                </c:pt>
                <c:pt idx="41">
                  <c:v>44.357399999999998</c:v>
                </c:pt>
                <c:pt idx="42">
                  <c:v>45.476599999999998</c:v>
                </c:pt>
                <c:pt idx="43">
                  <c:v>46.560600000000001</c:v>
                </c:pt>
                <c:pt idx="44">
                  <c:v>47.642600000000002</c:v>
                </c:pt>
                <c:pt idx="45">
                  <c:v>48.7226</c:v>
                </c:pt>
                <c:pt idx="46">
                  <c:v>49.788400000000003</c:v>
                </c:pt>
                <c:pt idx="47">
                  <c:v>50.851799999999997</c:v>
                </c:pt>
                <c:pt idx="48">
                  <c:v>51.892499999999998</c:v>
                </c:pt>
                <c:pt idx="49">
                  <c:v>52.908499999999997</c:v>
                </c:pt>
                <c:pt idx="50">
                  <c:v>53.9069</c:v>
                </c:pt>
                <c:pt idx="51">
                  <c:v>54.875500000000002</c:v>
                </c:pt>
                <c:pt idx="52">
                  <c:v>55.834800000000001</c:v>
                </c:pt>
                <c:pt idx="53">
                  <c:v>56.7896</c:v>
                </c:pt>
                <c:pt idx="54">
                  <c:v>57.7241</c:v>
                </c:pt>
                <c:pt idx="55">
                  <c:v>58.635399999999997</c:v>
                </c:pt>
                <c:pt idx="56">
                  <c:v>59.506399999999999</c:v>
                </c:pt>
                <c:pt idx="57">
                  <c:v>60.381100000000004</c:v>
                </c:pt>
                <c:pt idx="58">
                  <c:v>61.2318</c:v>
                </c:pt>
                <c:pt idx="59">
                  <c:v>62.060899999999997</c:v>
                </c:pt>
                <c:pt idx="60">
                  <c:v>62.866087</c:v>
                </c:pt>
                <c:pt idx="61">
                  <c:v>63.660299999999999</c:v>
                </c:pt>
                <c:pt idx="62">
                  <c:v>64.439300000000003</c:v>
                </c:pt>
                <c:pt idx="63">
                  <c:v>65.201700000000002</c:v>
                </c:pt>
                <c:pt idx="64">
                  <c:v>65.9499</c:v>
                </c:pt>
                <c:pt idx="65">
                  <c:v>66.681100000000001</c:v>
                </c:pt>
                <c:pt idx="66">
                  <c:v>67.387900000000002</c:v>
                </c:pt>
                <c:pt idx="67">
                  <c:v>68.077799999999996</c:v>
                </c:pt>
                <c:pt idx="68">
                  <c:v>68.752799999999993</c:v>
                </c:pt>
                <c:pt idx="69">
                  <c:v>69.416499999999999</c:v>
                </c:pt>
                <c:pt idx="70">
                  <c:v>70.073599999999999</c:v>
                </c:pt>
                <c:pt idx="71">
                  <c:v>70.715699999999998</c:v>
                </c:pt>
                <c:pt idx="72">
                  <c:v>71.343199999999996</c:v>
                </c:pt>
                <c:pt idx="73">
                  <c:v>71.950100000000006</c:v>
                </c:pt>
                <c:pt idx="74">
                  <c:v>72.5398</c:v>
                </c:pt>
                <c:pt idx="75">
                  <c:v>73.109300000000005</c:v>
                </c:pt>
                <c:pt idx="76">
                  <c:v>73.664400000000001</c:v>
                </c:pt>
                <c:pt idx="77">
                  <c:v>74.210999999999999</c:v>
                </c:pt>
                <c:pt idx="78">
                  <c:v>74.754099999999994</c:v>
                </c:pt>
                <c:pt idx="79">
                  <c:v>75.291700000000006</c:v>
                </c:pt>
                <c:pt idx="80">
                  <c:v>75.823524000000006</c:v>
                </c:pt>
                <c:pt idx="81">
                  <c:v>76.353999999999999</c:v>
                </c:pt>
                <c:pt idx="82">
                  <c:v>76.873900000000006</c:v>
                </c:pt>
                <c:pt idx="83">
                  <c:v>77.371700000000004</c:v>
                </c:pt>
                <c:pt idx="84">
                  <c:v>77.844200000000001</c:v>
                </c:pt>
                <c:pt idx="85">
                  <c:v>78.310699999999997</c:v>
                </c:pt>
                <c:pt idx="86">
                  <c:v>78.77</c:v>
                </c:pt>
                <c:pt idx="87">
                  <c:v>79.238100000000003</c:v>
                </c:pt>
                <c:pt idx="88">
                  <c:v>79.692800000000005</c:v>
                </c:pt>
                <c:pt idx="89">
                  <c:v>80.145200000000003</c:v>
                </c:pt>
                <c:pt idx="90">
                  <c:v>80.581100000000006</c:v>
                </c:pt>
                <c:pt idx="91">
                  <c:v>81.004199999999997</c:v>
                </c:pt>
                <c:pt idx="92">
                  <c:v>81.414500000000004</c:v>
                </c:pt>
                <c:pt idx="93">
                  <c:v>81.812600000000003</c:v>
                </c:pt>
                <c:pt idx="94">
                  <c:v>82.200900000000004</c:v>
                </c:pt>
                <c:pt idx="95">
                  <c:v>82.575500000000005</c:v>
                </c:pt>
                <c:pt idx="96">
                  <c:v>82.941599999999994</c:v>
                </c:pt>
                <c:pt idx="97">
                  <c:v>83.3018</c:v>
                </c:pt>
                <c:pt idx="98">
                  <c:v>83.647900000000007</c:v>
                </c:pt>
                <c:pt idx="99">
                  <c:v>83.990399999999994</c:v>
                </c:pt>
                <c:pt idx="100">
                  <c:v>84.324200000000005</c:v>
                </c:pt>
                <c:pt idx="101">
                  <c:v>84.644099999999995</c:v>
                </c:pt>
                <c:pt idx="102">
                  <c:v>84.959299999999999</c:v>
                </c:pt>
                <c:pt idx="103">
                  <c:v>85.259399999999999</c:v>
                </c:pt>
                <c:pt idx="104">
                  <c:v>85.5595</c:v>
                </c:pt>
                <c:pt idx="105">
                  <c:v>85.848299999999995</c:v>
                </c:pt>
                <c:pt idx="106">
                  <c:v>86.126800000000003</c:v>
                </c:pt>
                <c:pt idx="107">
                  <c:v>86.398399999999995</c:v>
                </c:pt>
                <c:pt idx="108">
                  <c:v>86.661900000000003</c:v>
                </c:pt>
                <c:pt idx="109">
                  <c:v>86.926100000000005</c:v>
                </c:pt>
                <c:pt idx="110">
                  <c:v>87.184600000000003</c:v>
                </c:pt>
                <c:pt idx="111">
                  <c:v>87.431399999999996</c:v>
                </c:pt>
                <c:pt idx="112">
                  <c:v>87.680499999999995</c:v>
                </c:pt>
                <c:pt idx="113">
                  <c:v>87.921300000000002</c:v>
                </c:pt>
                <c:pt idx="114">
                  <c:v>88.160700000000006</c:v>
                </c:pt>
                <c:pt idx="115">
                  <c:v>88.393100000000004</c:v>
                </c:pt>
                <c:pt idx="116">
                  <c:v>88.623800000000003</c:v>
                </c:pt>
                <c:pt idx="117">
                  <c:v>88.848100000000002</c:v>
                </c:pt>
                <c:pt idx="118">
                  <c:v>89.06</c:v>
                </c:pt>
                <c:pt idx="119">
                  <c:v>89.266599999999997</c:v>
                </c:pt>
                <c:pt idx="120">
                  <c:v>89.461269000000001</c:v>
                </c:pt>
                <c:pt idx="121">
                  <c:v>89.647000000000006</c:v>
                </c:pt>
                <c:pt idx="122">
                  <c:v>89.822599999999994</c:v>
                </c:pt>
                <c:pt idx="123">
                  <c:v>89.990600000000001</c:v>
                </c:pt>
                <c:pt idx="124">
                  <c:v>90.152100000000004</c:v>
                </c:pt>
                <c:pt idx="125">
                  <c:v>90.312899999999999</c:v>
                </c:pt>
                <c:pt idx="126">
                  <c:v>90.479500000000002</c:v>
                </c:pt>
                <c:pt idx="127">
                  <c:v>90.642700000000005</c:v>
                </c:pt>
                <c:pt idx="128">
                  <c:v>90.807000000000002</c:v>
                </c:pt>
                <c:pt idx="129">
                  <c:v>90.9649</c:v>
                </c:pt>
                <c:pt idx="130">
                  <c:v>91.112399999999994</c:v>
                </c:pt>
                <c:pt idx="131">
                  <c:v>91.257300000000001</c:v>
                </c:pt>
                <c:pt idx="132">
                  <c:v>91.395899999999997</c:v>
                </c:pt>
                <c:pt idx="133">
                  <c:v>91.531000000000006</c:v>
                </c:pt>
                <c:pt idx="134">
                  <c:v>91.663200000000003</c:v>
                </c:pt>
                <c:pt idx="135">
                  <c:v>91.788499999999999</c:v>
                </c:pt>
                <c:pt idx="136">
                  <c:v>91.914500000000004</c:v>
                </c:pt>
                <c:pt idx="137">
                  <c:v>92.032799999999995</c:v>
                </c:pt>
                <c:pt idx="138">
                  <c:v>92.153899999999993</c:v>
                </c:pt>
                <c:pt idx="139">
                  <c:v>92.279399999999995</c:v>
                </c:pt>
                <c:pt idx="140">
                  <c:v>92.405299999999997</c:v>
                </c:pt>
                <c:pt idx="141">
                  <c:v>92.5291</c:v>
                </c:pt>
                <c:pt idx="142">
                  <c:v>92.653300000000002</c:v>
                </c:pt>
                <c:pt idx="143">
                  <c:v>92.778899999999993</c:v>
                </c:pt>
                <c:pt idx="144">
                  <c:v>92.905799999999999</c:v>
                </c:pt>
                <c:pt idx="145">
                  <c:v>93.0304</c:v>
                </c:pt>
                <c:pt idx="146">
                  <c:v>93.154600000000002</c:v>
                </c:pt>
                <c:pt idx="147">
                  <c:v>93.277299999999997</c:v>
                </c:pt>
                <c:pt idx="148">
                  <c:v>93.399699999999996</c:v>
                </c:pt>
                <c:pt idx="149">
                  <c:v>93.519599999999997</c:v>
                </c:pt>
                <c:pt idx="150">
                  <c:v>93.638199999999998</c:v>
                </c:pt>
                <c:pt idx="151">
                  <c:v>93.756</c:v>
                </c:pt>
                <c:pt idx="152">
                  <c:v>93.875600000000006</c:v>
                </c:pt>
                <c:pt idx="153">
                  <c:v>93.983900000000006</c:v>
                </c:pt>
                <c:pt idx="154">
                  <c:v>94.090999999999994</c:v>
                </c:pt>
                <c:pt idx="155">
                  <c:v>94.191000000000003</c:v>
                </c:pt>
                <c:pt idx="156">
                  <c:v>94.287300000000002</c:v>
                </c:pt>
                <c:pt idx="157">
                  <c:v>94.380899999999997</c:v>
                </c:pt>
                <c:pt idx="158">
                  <c:v>94.474400000000003</c:v>
                </c:pt>
                <c:pt idx="159">
                  <c:v>94.567099999999996</c:v>
                </c:pt>
                <c:pt idx="160">
                  <c:v>94.6601</c:v>
                </c:pt>
                <c:pt idx="161">
                  <c:v>94.747600000000006</c:v>
                </c:pt>
                <c:pt idx="162">
                  <c:v>94.832599999999999</c:v>
                </c:pt>
                <c:pt idx="163">
                  <c:v>94.914299999999997</c:v>
                </c:pt>
                <c:pt idx="164">
                  <c:v>94.993700000000004</c:v>
                </c:pt>
                <c:pt idx="165">
                  <c:v>95.073499999999996</c:v>
                </c:pt>
                <c:pt idx="166">
                  <c:v>95.147300000000001</c:v>
                </c:pt>
                <c:pt idx="167">
                  <c:v>95.223699999999994</c:v>
                </c:pt>
                <c:pt idx="168">
                  <c:v>95.296499999999995</c:v>
                </c:pt>
                <c:pt idx="169">
                  <c:v>95.368200000000002</c:v>
                </c:pt>
                <c:pt idx="170">
                  <c:v>95.439099999999996</c:v>
                </c:pt>
                <c:pt idx="171">
                  <c:v>95.508300000000006</c:v>
                </c:pt>
                <c:pt idx="172">
                  <c:v>95.579099999999997</c:v>
                </c:pt>
                <c:pt idx="173">
                  <c:v>95.648899999999998</c:v>
                </c:pt>
                <c:pt idx="174">
                  <c:v>95.7226</c:v>
                </c:pt>
                <c:pt idx="175">
                  <c:v>95.792500000000004</c:v>
                </c:pt>
                <c:pt idx="176">
                  <c:v>95.860299999999995</c:v>
                </c:pt>
                <c:pt idx="177">
                  <c:v>95.928899999999999</c:v>
                </c:pt>
                <c:pt idx="178">
                  <c:v>95.998999999999995</c:v>
                </c:pt>
                <c:pt idx="179">
                  <c:v>96.072199999999995</c:v>
                </c:pt>
                <c:pt idx="180">
                  <c:v>96.142600000000002</c:v>
                </c:pt>
                <c:pt idx="181">
                  <c:v>96.211500000000001</c:v>
                </c:pt>
                <c:pt idx="182">
                  <c:v>96.277000000000001</c:v>
                </c:pt>
                <c:pt idx="183">
                  <c:v>96.342500000000001</c:v>
                </c:pt>
                <c:pt idx="184">
                  <c:v>96.4101</c:v>
                </c:pt>
                <c:pt idx="185">
                  <c:v>96.474100000000007</c:v>
                </c:pt>
                <c:pt idx="186">
                  <c:v>96.533699999999996</c:v>
                </c:pt>
                <c:pt idx="187">
                  <c:v>96.594800000000006</c:v>
                </c:pt>
                <c:pt idx="188">
                  <c:v>96.657300000000006</c:v>
                </c:pt>
                <c:pt idx="189">
                  <c:v>96.720299999999995</c:v>
                </c:pt>
                <c:pt idx="190">
                  <c:v>96.783100000000005</c:v>
                </c:pt>
                <c:pt idx="191">
                  <c:v>96.843800000000002</c:v>
                </c:pt>
                <c:pt idx="192">
                  <c:v>96.898200000000003</c:v>
                </c:pt>
                <c:pt idx="193">
                  <c:v>96.950999999999993</c:v>
                </c:pt>
                <c:pt idx="194">
                  <c:v>97.002499999999998</c:v>
                </c:pt>
                <c:pt idx="195">
                  <c:v>97.051900000000003</c:v>
                </c:pt>
                <c:pt idx="196">
                  <c:v>97.0989</c:v>
                </c:pt>
                <c:pt idx="197">
                  <c:v>97.143799999999999</c:v>
                </c:pt>
                <c:pt idx="198">
                  <c:v>97.189400000000006</c:v>
                </c:pt>
                <c:pt idx="199">
                  <c:v>97.236000000000004</c:v>
                </c:pt>
                <c:pt idx="200">
                  <c:v>97.283631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614-41C8-94A8-CD293C618DC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5.3199999999999997E-2</c:v>
                </c:pt>
                <c:pt idx="2">
                  <c:v>0.26300000000000001</c:v>
                </c:pt>
                <c:pt idx="3">
                  <c:v>0.68910000000000005</c:v>
                </c:pt>
                <c:pt idx="4">
                  <c:v>1.357413</c:v>
                </c:pt>
                <c:pt idx="5">
                  <c:v>2.2246999999999999</c:v>
                </c:pt>
                <c:pt idx="6">
                  <c:v>3.2635000000000001</c:v>
                </c:pt>
                <c:pt idx="7">
                  <c:v>4.4297000000000004</c:v>
                </c:pt>
                <c:pt idx="8">
                  <c:v>5.7634999999999996</c:v>
                </c:pt>
                <c:pt idx="9">
                  <c:v>7.2583000000000002</c:v>
                </c:pt>
                <c:pt idx="10">
                  <c:v>8.9639369999999996</c:v>
                </c:pt>
                <c:pt idx="11">
                  <c:v>10.788399999999999</c:v>
                </c:pt>
                <c:pt idx="12">
                  <c:v>12.725089000000001</c:v>
                </c:pt>
                <c:pt idx="13">
                  <c:v>14.7745</c:v>
                </c:pt>
                <c:pt idx="14">
                  <c:v>16.941700000000001</c:v>
                </c:pt>
                <c:pt idx="15">
                  <c:v>19.186800000000002</c:v>
                </c:pt>
                <c:pt idx="16">
                  <c:v>21.5047</c:v>
                </c:pt>
                <c:pt idx="17">
                  <c:v>23.9377</c:v>
                </c:pt>
                <c:pt idx="18">
                  <c:v>26.420300000000001</c:v>
                </c:pt>
                <c:pt idx="19">
                  <c:v>28.959700000000002</c:v>
                </c:pt>
                <c:pt idx="20">
                  <c:v>31.5</c:v>
                </c:pt>
                <c:pt idx="21">
                  <c:v>34.029000000000003</c:v>
                </c:pt>
                <c:pt idx="22">
                  <c:v>36.557499999999997</c:v>
                </c:pt>
                <c:pt idx="23">
                  <c:v>39.136200000000002</c:v>
                </c:pt>
                <c:pt idx="24">
                  <c:v>41.712000000000003</c:v>
                </c:pt>
                <c:pt idx="25">
                  <c:v>44.269599999999997</c:v>
                </c:pt>
                <c:pt idx="26">
                  <c:v>46.817</c:v>
                </c:pt>
                <c:pt idx="27">
                  <c:v>49.361499999999999</c:v>
                </c:pt>
                <c:pt idx="28">
                  <c:v>51.8536</c:v>
                </c:pt>
                <c:pt idx="29">
                  <c:v>54.283700000000003</c:v>
                </c:pt>
                <c:pt idx="30">
                  <c:v>56.731999999999999</c:v>
                </c:pt>
                <c:pt idx="31">
                  <c:v>59.128599999999999</c:v>
                </c:pt>
                <c:pt idx="32">
                  <c:v>61.473394999999996</c:v>
                </c:pt>
                <c:pt idx="33">
                  <c:v>63.750700000000002</c:v>
                </c:pt>
                <c:pt idx="34">
                  <c:v>65.925799999999995</c:v>
                </c:pt>
                <c:pt idx="35">
                  <c:v>68.012799999999999</c:v>
                </c:pt>
                <c:pt idx="36">
                  <c:v>69.986999999999995</c:v>
                </c:pt>
                <c:pt idx="37">
                  <c:v>71.934100000000001</c:v>
                </c:pt>
                <c:pt idx="38">
                  <c:v>73.807000000000002</c:v>
                </c:pt>
                <c:pt idx="39">
                  <c:v>75.494799999999998</c:v>
                </c:pt>
                <c:pt idx="40">
                  <c:v>77.010167999999993</c:v>
                </c:pt>
                <c:pt idx="41">
                  <c:v>78.434799999999996</c:v>
                </c:pt>
                <c:pt idx="42">
                  <c:v>79.699399999999997</c:v>
                </c:pt>
                <c:pt idx="43">
                  <c:v>80.8613</c:v>
                </c:pt>
                <c:pt idx="44">
                  <c:v>82.009399999999999</c:v>
                </c:pt>
                <c:pt idx="45">
                  <c:v>83.104200000000006</c:v>
                </c:pt>
                <c:pt idx="46">
                  <c:v>84.1357</c:v>
                </c:pt>
                <c:pt idx="47">
                  <c:v>85.128600000000006</c:v>
                </c:pt>
                <c:pt idx="48">
                  <c:v>86.078500000000005</c:v>
                </c:pt>
                <c:pt idx="49">
                  <c:v>86.966499999999996</c:v>
                </c:pt>
                <c:pt idx="50">
                  <c:v>87.737899999999996</c:v>
                </c:pt>
                <c:pt idx="51">
                  <c:v>88.486099999999993</c:v>
                </c:pt>
                <c:pt idx="52">
                  <c:v>89.182500000000005</c:v>
                </c:pt>
                <c:pt idx="53">
                  <c:v>89.859899999999996</c:v>
                </c:pt>
                <c:pt idx="54">
                  <c:v>90.514099999999999</c:v>
                </c:pt>
                <c:pt idx="55">
                  <c:v>91.0852</c:v>
                </c:pt>
                <c:pt idx="56">
                  <c:v>91.586399999999998</c:v>
                </c:pt>
                <c:pt idx="57">
                  <c:v>92.078100000000006</c:v>
                </c:pt>
                <c:pt idx="58">
                  <c:v>92.543499999999995</c:v>
                </c:pt>
                <c:pt idx="59">
                  <c:v>92.984999999999999</c:v>
                </c:pt>
                <c:pt idx="60">
                  <c:v>93.407936000000007</c:v>
                </c:pt>
                <c:pt idx="61">
                  <c:v>93.781899999999993</c:v>
                </c:pt>
                <c:pt idx="62">
                  <c:v>94.106099999999998</c:v>
                </c:pt>
                <c:pt idx="63">
                  <c:v>94.403999999999996</c:v>
                </c:pt>
                <c:pt idx="64">
                  <c:v>94.690299999999993</c:v>
                </c:pt>
                <c:pt idx="65">
                  <c:v>94.952500000000001</c:v>
                </c:pt>
                <c:pt idx="66">
                  <c:v>95.181299999999993</c:v>
                </c:pt>
                <c:pt idx="67">
                  <c:v>95.395399999999995</c:v>
                </c:pt>
                <c:pt idx="68">
                  <c:v>95.595799999999997</c:v>
                </c:pt>
                <c:pt idx="69">
                  <c:v>95.808499999999995</c:v>
                </c:pt>
                <c:pt idx="70">
                  <c:v>95.992800000000003</c:v>
                </c:pt>
                <c:pt idx="71">
                  <c:v>96.151600000000002</c:v>
                </c:pt>
                <c:pt idx="72">
                  <c:v>96.282700000000006</c:v>
                </c:pt>
                <c:pt idx="73">
                  <c:v>96.407300000000006</c:v>
                </c:pt>
                <c:pt idx="74">
                  <c:v>96.517300000000006</c:v>
                </c:pt>
                <c:pt idx="75">
                  <c:v>96.628699999999995</c:v>
                </c:pt>
                <c:pt idx="76">
                  <c:v>96.744500000000002</c:v>
                </c:pt>
                <c:pt idx="77">
                  <c:v>96.868399999999994</c:v>
                </c:pt>
                <c:pt idx="78">
                  <c:v>96.987099999999998</c:v>
                </c:pt>
                <c:pt idx="79">
                  <c:v>97.108800000000002</c:v>
                </c:pt>
                <c:pt idx="80">
                  <c:v>97.246549999999999</c:v>
                </c:pt>
                <c:pt idx="81">
                  <c:v>97.353499999999997</c:v>
                </c:pt>
                <c:pt idx="82">
                  <c:v>97.479500000000002</c:v>
                </c:pt>
                <c:pt idx="83">
                  <c:v>97.586600000000004</c:v>
                </c:pt>
                <c:pt idx="84">
                  <c:v>97.677000000000007</c:v>
                </c:pt>
                <c:pt idx="85">
                  <c:v>97.771699999999996</c:v>
                </c:pt>
                <c:pt idx="86">
                  <c:v>97.856899999999996</c:v>
                </c:pt>
                <c:pt idx="87">
                  <c:v>97.942800000000005</c:v>
                </c:pt>
                <c:pt idx="88">
                  <c:v>98.021500000000003</c:v>
                </c:pt>
                <c:pt idx="89">
                  <c:v>98.097999999999999</c:v>
                </c:pt>
                <c:pt idx="90">
                  <c:v>98.173000000000002</c:v>
                </c:pt>
                <c:pt idx="91">
                  <c:v>98.250299999999996</c:v>
                </c:pt>
                <c:pt idx="92">
                  <c:v>98.330399999999997</c:v>
                </c:pt>
                <c:pt idx="93">
                  <c:v>98.409099999999995</c:v>
                </c:pt>
                <c:pt idx="94">
                  <c:v>98.499399999999994</c:v>
                </c:pt>
                <c:pt idx="95">
                  <c:v>98.591899999999995</c:v>
                </c:pt>
                <c:pt idx="96">
                  <c:v>98.680800000000005</c:v>
                </c:pt>
                <c:pt idx="97">
                  <c:v>98.776200000000003</c:v>
                </c:pt>
                <c:pt idx="98">
                  <c:v>98.870199999999997</c:v>
                </c:pt>
                <c:pt idx="99">
                  <c:v>98.960499999999996</c:v>
                </c:pt>
                <c:pt idx="100">
                  <c:v>99.0428</c:v>
                </c:pt>
                <c:pt idx="101">
                  <c:v>99.122900000000001</c:v>
                </c:pt>
                <c:pt idx="102">
                  <c:v>99.195099999999996</c:v>
                </c:pt>
                <c:pt idx="103">
                  <c:v>99.262799999999999</c:v>
                </c:pt>
                <c:pt idx="104">
                  <c:v>99.321100000000001</c:v>
                </c:pt>
                <c:pt idx="105">
                  <c:v>99.377899999999997</c:v>
                </c:pt>
                <c:pt idx="106">
                  <c:v>99.425200000000004</c:v>
                </c:pt>
                <c:pt idx="107">
                  <c:v>99.446399999999997</c:v>
                </c:pt>
                <c:pt idx="108">
                  <c:v>99.4529</c:v>
                </c:pt>
                <c:pt idx="109">
                  <c:v>99.455100000000002</c:v>
                </c:pt>
                <c:pt idx="110">
                  <c:v>99.455799999999996</c:v>
                </c:pt>
                <c:pt idx="111">
                  <c:v>99.455799999999996</c:v>
                </c:pt>
                <c:pt idx="112">
                  <c:v>99.455799999999996</c:v>
                </c:pt>
                <c:pt idx="113">
                  <c:v>99.457999999999998</c:v>
                </c:pt>
                <c:pt idx="114">
                  <c:v>99.461699999999993</c:v>
                </c:pt>
                <c:pt idx="115">
                  <c:v>99.468199999999996</c:v>
                </c:pt>
                <c:pt idx="116">
                  <c:v>99.479200000000006</c:v>
                </c:pt>
                <c:pt idx="117">
                  <c:v>99.495900000000006</c:v>
                </c:pt>
                <c:pt idx="118">
                  <c:v>99.518500000000003</c:v>
                </c:pt>
                <c:pt idx="119">
                  <c:v>99.542500000000004</c:v>
                </c:pt>
                <c:pt idx="120">
                  <c:v>99.565685999999999</c:v>
                </c:pt>
                <c:pt idx="121">
                  <c:v>99.593500000000006</c:v>
                </c:pt>
                <c:pt idx="122">
                  <c:v>99.622699999999995</c:v>
                </c:pt>
                <c:pt idx="123">
                  <c:v>99.649600000000007</c:v>
                </c:pt>
                <c:pt idx="124">
                  <c:v>99.673699999999997</c:v>
                </c:pt>
                <c:pt idx="125">
                  <c:v>99.691100000000006</c:v>
                </c:pt>
                <c:pt idx="126">
                  <c:v>99.703500000000005</c:v>
                </c:pt>
                <c:pt idx="127">
                  <c:v>99.714399999999998</c:v>
                </c:pt>
                <c:pt idx="128">
                  <c:v>99.721000000000004</c:v>
                </c:pt>
                <c:pt idx="129">
                  <c:v>99.724599999999995</c:v>
                </c:pt>
                <c:pt idx="130">
                  <c:v>99.730500000000006</c:v>
                </c:pt>
                <c:pt idx="131">
                  <c:v>99.735600000000005</c:v>
                </c:pt>
                <c:pt idx="132">
                  <c:v>99.740700000000004</c:v>
                </c:pt>
                <c:pt idx="133">
                  <c:v>99.747200000000007</c:v>
                </c:pt>
                <c:pt idx="134">
                  <c:v>99.757400000000004</c:v>
                </c:pt>
                <c:pt idx="135">
                  <c:v>99.766900000000007</c:v>
                </c:pt>
                <c:pt idx="136">
                  <c:v>99.778499999999994</c:v>
                </c:pt>
                <c:pt idx="137">
                  <c:v>99.788700000000006</c:v>
                </c:pt>
                <c:pt idx="138">
                  <c:v>99.801900000000003</c:v>
                </c:pt>
                <c:pt idx="139">
                  <c:v>99.815700000000007</c:v>
                </c:pt>
                <c:pt idx="140">
                  <c:v>99.832499999999996</c:v>
                </c:pt>
                <c:pt idx="141">
                  <c:v>99.850700000000003</c:v>
                </c:pt>
                <c:pt idx="142">
                  <c:v>99.868899999999996</c:v>
                </c:pt>
                <c:pt idx="143">
                  <c:v>99.889300000000006</c:v>
                </c:pt>
                <c:pt idx="144">
                  <c:v>99.907499999999999</c:v>
                </c:pt>
                <c:pt idx="145">
                  <c:v>99.926400000000001</c:v>
                </c:pt>
                <c:pt idx="146">
                  <c:v>99.941699999999997</c:v>
                </c:pt>
                <c:pt idx="147">
                  <c:v>99.957700000000003</c:v>
                </c:pt>
                <c:pt idx="148">
                  <c:v>99.970100000000002</c:v>
                </c:pt>
                <c:pt idx="149">
                  <c:v>99.978899999999996</c:v>
                </c:pt>
                <c:pt idx="150">
                  <c:v>99.985399999999998</c:v>
                </c:pt>
                <c:pt idx="151">
                  <c:v>99.989800000000002</c:v>
                </c:pt>
                <c:pt idx="152">
                  <c:v>99.994200000000006</c:v>
                </c:pt>
                <c:pt idx="153">
                  <c:v>99.997100000000003</c:v>
                </c:pt>
                <c:pt idx="154">
                  <c:v>99.999300000000005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614-41C8-94A8-CD293C618DC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72.531491000000003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614-41C8-94A8-CD293C618DC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2.5551379999999999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85.007512000000006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614-41C8-94A8-CD293C618DC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77.010167999999993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614-41C8-94A8-CD293C618DC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1.1714990000000001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85.010448999999994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614-41C8-94A8-CD293C618D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8.3000000000000001E-3</c:v>
                </c:pt>
                <c:pt idx="2">
                  <c:v>3.9699999999999999E-2</c:v>
                </c:pt>
                <c:pt idx="3">
                  <c:v>0.10979999999999999</c:v>
                </c:pt>
                <c:pt idx="4">
                  <c:v>0.219439</c:v>
                </c:pt>
                <c:pt idx="5">
                  <c:v>0.38419999999999999</c:v>
                </c:pt>
                <c:pt idx="6">
                  <c:v>0.58989999999999998</c:v>
                </c:pt>
                <c:pt idx="7">
                  <c:v>0.8508</c:v>
                </c:pt>
                <c:pt idx="8">
                  <c:v>1.1759999999999999</c:v>
                </c:pt>
                <c:pt idx="9">
                  <c:v>1.5541</c:v>
                </c:pt>
                <c:pt idx="10">
                  <c:v>1.9907280000000001</c:v>
                </c:pt>
                <c:pt idx="11">
                  <c:v>2.4965000000000002</c:v>
                </c:pt>
                <c:pt idx="12">
                  <c:v>3.0330110000000001</c:v>
                </c:pt>
                <c:pt idx="13">
                  <c:v>3.6246999999999998</c:v>
                </c:pt>
                <c:pt idx="14">
                  <c:v>4.2469000000000001</c:v>
                </c:pt>
                <c:pt idx="15">
                  <c:v>4.8956999999999997</c:v>
                </c:pt>
                <c:pt idx="16">
                  <c:v>5.5769000000000002</c:v>
                </c:pt>
                <c:pt idx="17">
                  <c:v>6.2950999999999997</c:v>
                </c:pt>
                <c:pt idx="18">
                  <c:v>7.0655999999999999</c:v>
                </c:pt>
                <c:pt idx="19">
                  <c:v>7.8567999999999998</c:v>
                </c:pt>
                <c:pt idx="20">
                  <c:v>8.6664320000000004</c:v>
                </c:pt>
                <c:pt idx="21">
                  <c:v>9.5043000000000006</c:v>
                </c:pt>
                <c:pt idx="22">
                  <c:v>10.3689</c:v>
                </c:pt>
                <c:pt idx="23">
                  <c:v>11.255699999999999</c:v>
                </c:pt>
                <c:pt idx="24">
                  <c:v>12.14</c:v>
                </c:pt>
                <c:pt idx="25">
                  <c:v>13.06</c:v>
                </c:pt>
                <c:pt idx="26">
                  <c:v>13.9815</c:v>
                </c:pt>
                <c:pt idx="27">
                  <c:v>14.9346</c:v>
                </c:pt>
                <c:pt idx="28">
                  <c:v>15.8941</c:v>
                </c:pt>
                <c:pt idx="29">
                  <c:v>16.855899999999998</c:v>
                </c:pt>
                <c:pt idx="30">
                  <c:v>17.8217</c:v>
                </c:pt>
                <c:pt idx="31">
                  <c:v>18.802099999999999</c:v>
                </c:pt>
                <c:pt idx="32">
                  <c:v>19.789679</c:v>
                </c:pt>
                <c:pt idx="33">
                  <c:v>20.782800000000002</c:v>
                </c:pt>
                <c:pt idx="34">
                  <c:v>21.775200000000002</c:v>
                </c:pt>
                <c:pt idx="35">
                  <c:v>22.767499999999998</c:v>
                </c:pt>
                <c:pt idx="36">
                  <c:v>23.747199999999999</c:v>
                </c:pt>
                <c:pt idx="37">
                  <c:v>24.727499999999999</c:v>
                </c:pt>
                <c:pt idx="38">
                  <c:v>25.6997</c:v>
                </c:pt>
                <c:pt idx="39">
                  <c:v>26.659199999999998</c:v>
                </c:pt>
                <c:pt idx="40">
                  <c:v>27.617991</c:v>
                </c:pt>
                <c:pt idx="41">
                  <c:v>28.576000000000001</c:v>
                </c:pt>
                <c:pt idx="42">
                  <c:v>29.5336</c:v>
                </c:pt>
                <c:pt idx="43">
                  <c:v>30.471399999999999</c:v>
                </c:pt>
                <c:pt idx="44">
                  <c:v>31.3933</c:v>
                </c:pt>
                <c:pt idx="45">
                  <c:v>32.318600000000004</c:v>
                </c:pt>
                <c:pt idx="46">
                  <c:v>33.248199999999997</c:v>
                </c:pt>
                <c:pt idx="47">
                  <c:v>34.179200000000002</c:v>
                </c:pt>
                <c:pt idx="48">
                  <c:v>35.118699999999997</c:v>
                </c:pt>
                <c:pt idx="49">
                  <c:v>36.054499999999997</c:v>
                </c:pt>
                <c:pt idx="50">
                  <c:v>36.9893</c:v>
                </c:pt>
                <c:pt idx="51">
                  <c:v>37.921199999999999</c:v>
                </c:pt>
                <c:pt idx="52">
                  <c:v>38.831400000000002</c:v>
                </c:pt>
                <c:pt idx="53">
                  <c:v>39.722299999999997</c:v>
                </c:pt>
                <c:pt idx="54">
                  <c:v>40.611800000000002</c:v>
                </c:pt>
                <c:pt idx="55">
                  <c:v>41.484499999999997</c:v>
                </c:pt>
                <c:pt idx="56">
                  <c:v>42.341999999999999</c:v>
                </c:pt>
                <c:pt idx="57">
                  <c:v>43.175600000000003</c:v>
                </c:pt>
                <c:pt idx="58">
                  <c:v>44.006399999999999</c:v>
                </c:pt>
                <c:pt idx="59">
                  <c:v>44.8155</c:v>
                </c:pt>
                <c:pt idx="60">
                  <c:v>45.596696999999999</c:v>
                </c:pt>
                <c:pt idx="61">
                  <c:v>46.392800000000001</c:v>
                </c:pt>
                <c:pt idx="62">
                  <c:v>47.169600000000003</c:v>
                </c:pt>
                <c:pt idx="63">
                  <c:v>47.939399999999999</c:v>
                </c:pt>
                <c:pt idx="64">
                  <c:v>48.696899999999999</c:v>
                </c:pt>
                <c:pt idx="65">
                  <c:v>49.430599999999998</c:v>
                </c:pt>
                <c:pt idx="66">
                  <c:v>50.1479</c:v>
                </c:pt>
                <c:pt idx="67">
                  <c:v>50.860799999999998</c:v>
                </c:pt>
                <c:pt idx="68">
                  <c:v>51.573500000000003</c:v>
                </c:pt>
                <c:pt idx="69">
                  <c:v>52.2836</c:v>
                </c:pt>
                <c:pt idx="70">
                  <c:v>52.984400000000001</c:v>
                </c:pt>
                <c:pt idx="71">
                  <c:v>53.660499999999999</c:v>
                </c:pt>
                <c:pt idx="72">
                  <c:v>54.300199999999997</c:v>
                </c:pt>
                <c:pt idx="73">
                  <c:v>54.927100000000003</c:v>
                </c:pt>
                <c:pt idx="74">
                  <c:v>55.546300000000002</c:v>
                </c:pt>
                <c:pt idx="75">
                  <c:v>56.152299999999997</c:v>
                </c:pt>
                <c:pt idx="76">
                  <c:v>56.7483</c:v>
                </c:pt>
                <c:pt idx="77">
                  <c:v>57.3476</c:v>
                </c:pt>
                <c:pt idx="78">
                  <c:v>57.947699999999998</c:v>
                </c:pt>
                <c:pt idx="79">
                  <c:v>58.53</c:v>
                </c:pt>
                <c:pt idx="80">
                  <c:v>59.085538999999997</c:v>
                </c:pt>
                <c:pt idx="81">
                  <c:v>59.657499999999999</c:v>
                </c:pt>
                <c:pt idx="82">
                  <c:v>60.203099999999999</c:v>
                </c:pt>
                <c:pt idx="83">
                  <c:v>60.744900000000001</c:v>
                </c:pt>
                <c:pt idx="84">
                  <c:v>61.2849</c:v>
                </c:pt>
                <c:pt idx="85">
                  <c:v>61.819400000000002</c:v>
                </c:pt>
                <c:pt idx="86">
                  <c:v>62.338999999999999</c:v>
                </c:pt>
                <c:pt idx="87">
                  <c:v>62.8476</c:v>
                </c:pt>
                <c:pt idx="88">
                  <c:v>63.3523</c:v>
                </c:pt>
                <c:pt idx="89">
                  <c:v>63.858899999999998</c:v>
                </c:pt>
                <c:pt idx="90">
                  <c:v>64.364500000000007</c:v>
                </c:pt>
                <c:pt idx="91">
                  <c:v>64.861599999999996</c:v>
                </c:pt>
                <c:pt idx="92">
                  <c:v>65.351200000000006</c:v>
                </c:pt>
                <c:pt idx="93">
                  <c:v>65.835899999999995</c:v>
                </c:pt>
                <c:pt idx="94">
                  <c:v>66.323800000000006</c:v>
                </c:pt>
                <c:pt idx="95">
                  <c:v>66.798199999999994</c:v>
                </c:pt>
                <c:pt idx="96">
                  <c:v>67.27</c:v>
                </c:pt>
                <c:pt idx="97">
                  <c:v>67.730500000000006</c:v>
                </c:pt>
                <c:pt idx="98">
                  <c:v>68.173900000000003</c:v>
                </c:pt>
                <c:pt idx="99">
                  <c:v>68.617000000000004</c:v>
                </c:pt>
                <c:pt idx="100">
                  <c:v>69.030699999999996</c:v>
                </c:pt>
                <c:pt idx="101">
                  <c:v>69.435599999999994</c:v>
                </c:pt>
                <c:pt idx="102">
                  <c:v>69.821700000000007</c:v>
                </c:pt>
                <c:pt idx="103">
                  <c:v>70.196899999999999</c:v>
                </c:pt>
                <c:pt idx="104">
                  <c:v>70.560699999999997</c:v>
                </c:pt>
                <c:pt idx="105">
                  <c:v>70.910600000000002</c:v>
                </c:pt>
                <c:pt idx="106">
                  <c:v>71.251400000000004</c:v>
                </c:pt>
                <c:pt idx="107">
                  <c:v>71.576099999999997</c:v>
                </c:pt>
                <c:pt idx="108">
                  <c:v>71.900599999999997</c:v>
                </c:pt>
                <c:pt idx="109">
                  <c:v>72.2119</c:v>
                </c:pt>
                <c:pt idx="110">
                  <c:v>72.510999999999996</c:v>
                </c:pt>
                <c:pt idx="111">
                  <c:v>72.816199999999995</c:v>
                </c:pt>
                <c:pt idx="112">
                  <c:v>73.110500000000002</c:v>
                </c:pt>
                <c:pt idx="113">
                  <c:v>73.400300000000001</c:v>
                </c:pt>
                <c:pt idx="114">
                  <c:v>73.6785</c:v>
                </c:pt>
                <c:pt idx="115">
                  <c:v>73.953299999999999</c:v>
                </c:pt>
                <c:pt idx="116">
                  <c:v>74.228999999999999</c:v>
                </c:pt>
                <c:pt idx="117">
                  <c:v>74.498999999999995</c:v>
                </c:pt>
                <c:pt idx="118">
                  <c:v>74.773899999999998</c:v>
                </c:pt>
                <c:pt idx="119">
                  <c:v>75.048500000000004</c:v>
                </c:pt>
                <c:pt idx="120">
                  <c:v>75.322987999999995</c:v>
                </c:pt>
                <c:pt idx="121">
                  <c:v>75.598799999999997</c:v>
                </c:pt>
                <c:pt idx="122">
                  <c:v>75.869900000000001</c:v>
                </c:pt>
                <c:pt idx="123">
                  <c:v>76.14</c:v>
                </c:pt>
                <c:pt idx="124">
                  <c:v>76.404600000000002</c:v>
                </c:pt>
                <c:pt idx="125">
                  <c:v>76.672399999999996</c:v>
                </c:pt>
                <c:pt idx="126">
                  <c:v>76.939499999999995</c:v>
                </c:pt>
                <c:pt idx="127">
                  <c:v>77.203999999999994</c:v>
                </c:pt>
                <c:pt idx="128">
                  <c:v>77.466300000000004</c:v>
                </c:pt>
                <c:pt idx="129">
                  <c:v>77.729100000000003</c:v>
                </c:pt>
                <c:pt idx="130">
                  <c:v>77.994600000000005</c:v>
                </c:pt>
                <c:pt idx="131">
                  <c:v>78.264200000000002</c:v>
                </c:pt>
                <c:pt idx="132">
                  <c:v>78.529399999999995</c:v>
                </c:pt>
                <c:pt idx="133">
                  <c:v>78.795100000000005</c:v>
                </c:pt>
                <c:pt idx="134">
                  <c:v>79.057900000000004</c:v>
                </c:pt>
                <c:pt idx="135">
                  <c:v>79.318100000000001</c:v>
                </c:pt>
                <c:pt idx="136">
                  <c:v>79.574399999999997</c:v>
                </c:pt>
                <c:pt idx="137">
                  <c:v>79.829899999999995</c:v>
                </c:pt>
                <c:pt idx="138">
                  <c:v>80.0852</c:v>
                </c:pt>
                <c:pt idx="139">
                  <c:v>80.3339</c:v>
                </c:pt>
                <c:pt idx="140">
                  <c:v>80.582499999999996</c:v>
                </c:pt>
                <c:pt idx="141">
                  <c:v>80.829099999999997</c:v>
                </c:pt>
                <c:pt idx="142">
                  <c:v>81.063199999999995</c:v>
                </c:pt>
                <c:pt idx="143">
                  <c:v>81.287700000000001</c:v>
                </c:pt>
                <c:pt idx="144">
                  <c:v>81.507599999999996</c:v>
                </c:pt>
                <c:pt idx="145">
                  <c:v>81.722099999999998</c:v>
                </c:pt>
                <c:pt idx="146">
                  <c:v>81.929199999999994</c:v>
                </c:pt>
                <c:pt idx="147">
                  <c:v>82.134900000000002</c:v>
                </c:pt>
                <c:pt idx="148">
                  <c:v>82.336299999999994</c:v>
                </c:pt>
                <c:pt idx="149">
                  <c:v>82.539699999999996</c:v>
                </c:pt>
                <c:pt idx="150">
                  <c:v>82.747500000000002</c:v>
                </c:pt>
                <c:pt idx="151">
                  <c:v>82.960099999999997</c:v>
                </c:pt>
                <c:pt idx="152">
                  <c:v>83.172300000000007</c:v>
                </c:pt>
                <c:pt idx="153">
                  <c:v>83.382900000000006</c:v>
                </c:pt>
                <c:pt idx="154">
                  <c:v>83.592399999999998</c:v>
                </c:pt>
                <c:pt idx="155">
                  <c:v>83.803600000000003</c:v>
                </c:pt>
                <c:pt idx="156">
                  <c:v>84.005300000000005</c:v>
                </c:pt>
                <c:pt idx="157">
                  <c:v>84.204800000000006</c:v>
                </c:pt>
                <c:pt idx="158">
                  <c:v>84.401799999999994</c:v>
                </c:pt>
                <c:pt idx="159">
                  <c:v>84.604399999999998</c:v>
                </c:pt>
                <c:pt idx="160">
                  <c:v>84.806799999999996</c:v>
                </c:pt>
                <c:pt idx="161">
                  <c:v>85.006900000000002</c:v>
                </c:pt>
                <c:pt idx="162">
                  <c:v>85.204999999999998</c:v>
                </c:pt>
                <c:pt idx="163">
                  <c:v>85.399900000000002</c:v>
                </c:pt>
                <c:pt idx="164">
                  <c:v>85.592200000000005</c:v>
                </c:pt>
                <c:pt idx="165">
                  <c:v>85.779600000000002</c:v>
                </c:pt>
                <c:pt idx="166">
                  <c:v>85.960400000000007</c:v>
                </c:pt>
                <c:pt idx="167">
                  <c:v>86.136700000000005</c:v>
                </c:pt>
                <c:pt idx="168">
                  <c:v>86.3108</c:v>
                </c:pt>
                <c:pt idx="169">
                  <c:v>86.480599999999995</c:v>
                </c:pt>
                <c:pt idx="170">
                  <c:v>86.643600000000006</c:v>
                </c:pt>
                <c:pt idx="171">
                  <c:v>86.800899999999999</c:v>
                </c:pt>
                <c:pt idx="172">
                  <c:v>86.954400000000007</c:v>
                </c:pt>
                <c:pt idx="173">
                  <c:v>87.097300000000004</c:v>
                </c:pt>
                <c:pt idx="174">
                  <c:v>87.237899999999996</c:v>
                </c:pt>
                <c:pt idx="175">
                  <c:v>87.375900000000001</c:v>
                </c:pt>
                <c:pt idx="176">
                  <c:v>87.512600000000006</c:v>
                </c:pt>
                <c:pt idx="177">
                  <c:v>87.652699999999996</c:v>
                </c:pt>
                <c:pt idx="178">
                  <c:v>87.796300000000002</c:v>
                </c:pt>
                <c:pt idx="179">
                  <c:v>87.944199999999995</c:v>
                </c:pt>
                <c:pt idx="180">
                  <c:v>88.096699999999998</c:v>
                </c:pt>
                <c:pt idx="181">
                  <c:v>88.249099999999999</c:v>
                </c:pt>
                <c:pt idx="182">
                  <c:v>88.400199999999998</c:v>
                </c:pt>
                <c:pt idx="183">
                  <c:v>88.549199999999999</c:v>
                </c:pt>
                <c:pt idx="184">
                  <c:v>88.693700000000007</c:v>
                </c:pt>
                <c:pt idx="185">
                  <c:v>88.837999999999994</c:v>
                </c:pt>
                <c:pt idx="186">
                  <c:v>88.978999999999999</c:v>
                </c:pt>
                <c:pt idx="187">
                  <c:v>89.121300000000005</c:v>
                </c:pt>
                <c:pt idx="188">
                  <c:v>89.255099999999999</c:v>
                </c:pt>
                <c:pt idx="189">
                  <c:v>89.382800000000003</c:v>
                </c:pt>
                <c:pt idx="190">
                  <c:v>89.506</c:v>
                </c:pt>
                <c:pt idx="191">
                  <c:v>89.626499999999993</c:v>
                </c:pt>
                <c:pt idx="192">
                  <c:v>89.739099999999993</c:v>
                </c:pt>
                <c:pt idx="193">
                  <c:v>89.847300000000004</c:v>
                </c:pt>
                <c:pt idx="194">
                  <c:v>89.951700000000002</c:v>
                </c:pt>
                <c:pt idx="195">
                  <c:v>90.052899999999994</c:v>
                </c:pt>
                <c:pt idx="196">
                  <c:v>90.155199999999994</c:v>
                </c:pt>
                <c:pt idx="197">
                  <c:v>90.249899999999997</c:v>
                </c:pt>
                <c:pt idx="198">
                  <c:v>90.346900000000005</c:v>
                </c:pt>
                <c:pt idx="199">
                  <c:v>90.441900000000004</c:v>
                </c:pt>
                <c:pt idx="200">
                  <c:v>90.532006999999993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BDF-402D-84E6-458C9FFB34E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3.8600000000000002E-2</c:v>
                </c:pt>
                <c:pt idx="2">
                  <c:v>0.16539999999999999</c:v>
                </c:pt>
                <c:pt idx="3">
                  <c:v>0.4269</c:v>
                </c:pt>
                <c:pt idx="4">
                  <c:v>0.78825199999999995</c:v>
                </c:pt>
                <c:pt idx="5">
                  <c:v>1.3127</c:v>
                </c:pt>
                <c:pt idx="6">
                  <c:v>1.9435</c:v>
                </c:pt>
                <c:pt idx="7">
                  <c:v>2.7229999999999999</c:v>
                </c:pt>
                <c:pt idx="8">
                  <c:v>3.6779999999999999</c:v>
                </c:pt>
                <c:pt idx="9">
                  <c:v>4.7488000000000001</c:v>
                </c:pt>
                <c:pt idx="10">
                  <c:v>5.9713089999999998</c:v>
                </c:pt>
                <c:pt idx="11">
                  <c:v>7.4004000000000003</c:v>
                </c:pt>
                <c:pt idx="12">
                  <c:v>8.8047579999999996</c:v>
                </c:pt>
                <c:pt idx="13">
                  <c:v>10.395</c:v>
                </c:pt>
                <c:pt idx="14">
                  <c:v>11.972899999999999</c:v>
                </c:pt>
                <c:pt idx="15">
                  <c:v>13.635899999999999</c:v>
                </c:pt>
                <c:pt idx="16">
                  <c:v>15.3813</c:v>
                </c:pt>
                <c:pt idx="17">
                  <c:v>17.2148</c:v>
                </c:pt>
                <c:pt idx="18">
                  <c:v>19.186</c:v>
                </c:pt>
                <c:pt idx="19">
                  <c:v>21.206</c:v>
                </c:pt>
                <c:pt idx="20">
                  <c:v>23.200973999999999</c:v>
                </c:pt>
                <c:pt idx="21">
                  <c:v>25.270099999999999</c:v>
                </c:pt>
                <c:pt idx="22">
                  <c:v>27.370899999999999</c:v>
                </c:pt>
                <c:pt idx="23">
                  <c:v>29.547599999999999</c:v>
                </c:pt>
                <c:pt idx="24">
                  <c:v>31.717600000000001</c:v>
                </c:pt>
                <c:pt idx="25">
                  <c:v>33.956200000000003</c:v>
                </c:pt>
                <c:pt idx="26">
                  <c:v>36.193199999999997</c:v>
                </c:pt>
                <c:pt idx="27">
                  <c:v>38.473300000000002</c:v>
                </c:pt>
                <c:pt idx="28">
                  <c:v>40.741700000000002</c:v>
                </c:pt>
                <c:pt idx="29">
                  <c:v>42.912500000000001</c:v>
                </c:pt>
                <c:pt idx="30">
                  <c:v>45.074599999999997</c:v>
                </c:pt>
                <c:pt idx="31">
                  <c:v>47.234400000000001</c:v>
                </c:pt>
                <c:pt idx="32">
                  <c:v>49.343454000000001</c:v>
                </c:pt>
                <c:pt idx="33">
                  <c:v>51.474800000000002</c:v>
                </c:pt>
                <c:pt idx="34">
                  <c:v>53.538499999999999</c:v>
                </c:pt>
                <c:pt idx="35">
                  <c:v>55.535200000000003</c:v>
                </c:pt>
                <c:pt idx="36">
                  <c:v>57.4131</c:v>
                </c:pt>
                <c:pt idx="37">
                  <c:v>59.248100000000001</c:v>
                </c:pt>
                <c:pt idx="38">
                  <c:v>60.9833</c:v>
                </c:pt>
                <c:pt idx="39">
                  <c:v>62.701000000000001</c:v>
                </c:pt>
                <c:pt idx="40">
                  <c:v>64.353734000000003</c:v>
                </c:pt>
                <c:pt idx="41">
                  <c:v>66.000100000000003</c:v>
                </c:pt>
                <c:pt idx="42">
                  <c:v>67.554699999999997</c:v>
                </c:pt>
                <c:pt idx="43">
                  <c:v>69.063299999999998</c:v>
                </c:pt>
                <c:pt idx="44">
                  <c:v>70.501199999999997</c:v>
                </c:pt>
                <c:pt idx="45">
                  <c:v>71.903499999999994</c:v>
                </c:pt>
                <c:pt idx="46">
                  <c:v>73.3553</c:v>
                </c:pt>
                <c:pt idx="47">
                  <c:v>74.799899999999994</c:v>
                </c:pt>
                <c:pt idx="48">
                  <c:v>76.200699999999998</c:v>
                </c:pt>
                <c:pt idx="49">
                  <c:v>77.503200000000007</c:v>
                </c:pt>
                <c:pt idx="50">
                  <c:v>78.810699999999997</c:v>
                </c:pt>
                <c:pt idx="51">
                  <c:v>80.083299999999994</c:v>
                </c:pt>
                <c:pt idx="52">
                  <c:v>81.286000000000001</c:v>
                </c:pt>
                <c:pt idx="53">
                  <c:v>82.4071</c:v>
                </c:pt>
                <c:pt idx="54">
                  <c:v>83.540599999999998</c:v>
                </c:pt>
                <c:pt idx="55">
                  <c:v>84.630300000000005</c:v>
                </c:pt>
                <c:pt idx="56">
                  <c:v>85.640699999999995</c:v>
                </c:pt>
                <c:pt idx="57">
                  <c:v>86.5899</c:v>
                </c:pt>
                <c:pt idx="58">
                  <c:v>87.493899999999996</c:v>
                </c:pt>
                <c:pt idx="59">
                  <c:v>88.346900000000005</c:v>
                </c:pt>
                <c:pt idx="60">
                  <c:v>89.181613999999996</c:v>
                </c:pt>
                <c:pt idx="61">
                  <c:v>90.000500000000002</c:v>
                </c:pt>
                <c:pt idx="62">
                  <c:v>90.727500000000006</c:v>
                </c:pt>
                <c:pt idx="63">
                  <c:v>91.410799999999995</c:v>
                </c:pt>
                <c:pt idx="64">
                  <c:v>92.039500000000004</c:v>
                </c:pt>
                <c:pt idx="65">
                  <c:v>92.649900000000002</c:v>
                </c:pt>
                <c:pt idx="66">
                  <c:v>93.221699999999998</c:v>
                </c:pt>
                <c:pt idx="67">
                  <c:v>93.781199999999998</c:v>
                </c:pt>
                <c:pt idx="68">
                  <c:v>94.280199999999994</c:v>
                </c:pt>
                <c:pt idx="69">
                  <c:v>94.743499999999997</c:v>
                </c:pt>
                <c:pt idx="70">
                  <c:v>95.166700000000006</c:v>
                </c:pt>
                <c:pt idx="71">
                  <c:v>95.541899999999998</c:v>
                </c:pt>
                <c:pt idx="72">
                  <c:v>95.863100000000003</c:v>
                </c:pt>
                <c:pt idx="73">
                  <c:v>96.146500000000003</c:v>
                </c:pt>
                <c:pt idx="74">
                  <c:v>96.401399999999995</c:v>
                </c:pt>
                <c:pt idx="75">
                  <c:v>96.628699999999995</c:v>
                </c:pt>
                <c:pt idx="76">
                  <c:v>96.84</c:v>
                </c:pt>
                <c:pt idx="77">
                  <c:v>97.039599999999993</c:v>
                </c:pt>
                <c:pt idx="78">
                  <c:v>97.241299999999995</c:v>
                </c:pt>
                <c:pt idx="79">
                  <c:v>97.417599999999993</c:v>
                </c:pt>
                <c:pt idx="80">
                  <c:v>97.580161000000004</c:v>
                </c:pt>
                <c:pt idx="81">
                  <c:v>97.739599999999996</c:v>
                </c:pt>
                <c:pt idx="82">
                  <c:v>97.881699999999995</c:v>
                </c:pt>
                <c:pt idx="83">
                  <c:v>98.002600000000001</c:v>
                </c:pt>
                <c:pt idx="84">
                  <c:v>98.124200000000002</c:v>
                </c:pt>
                <c:pt idx="85">
                  <c:v>98.253900000000002</c:v>
                </c:pt>
                <c:pt idx="86">
                  <c:v>98.377700000000004</c:v>
                </c:pt>
                <c:pt idx="87">
                  <c:v>98.505899999999997</c:v>
                </c:pt>
                <c:pt idx="88">
                  <c:v>98.617400000000004</c:v>
                </c:pt>
                <c:pt idx="89">
                  <c:v>98.722999999999999</c:v>
                </c:pt>
                <c:pt idx="90">
                  <c:v>98.819900000000004</c:v>
                </c:pt>
                <c:pt idx="91">
                  <c:v>98.916799999999995</c:v>
                </c:pt>
                <c:pt idx="92">
                  <c:v>99.022400000000005</c:v>
                </c:pt>
                <c:pt idx="93">
                  <c:v>99.120800000000003</c:v>
                </c:pt>
                <c:pt idx="94">
                  <c:v>99.220600000000005</c:v>
                </c:pt>
                <c:pt idx="95">
                  <c:v>99.305099999999996</c:v>
                </c:pt>
                <c:pt idx="96">
                  <c:v>99.382300000000001</c:v>
                </c:pt>
                <c:pt idx="97">
                  <c:v>99.4602</c:v>
                </c:pt>
                <c:pt idx="98">
                  <c:v>99.525000000000006</c:v>
                </c:pt>
                <c:pt idx="99">
                  <c:v>99.590599999999995</c:v>
                </c:pt>
                <c:pt idx="100">
                  <c:v>99.645200000000003</c:v>
                </c:pt>
                <c:pt idx="101">
                  <c:v>99.6999</c:v>
                </c:pt>
                <c:pt idx="102">
                  <c:v>99.756699999999995</c:v>
                </c:pt>
                <c:pt idx="103">
                  <c:v>99.805499999999995</c:v>
                </c:pt>
                <c:pt idx="104">
                  <c:v>99.848500000000001</c:v>
                </c:pt>
                <c:pt idx="105">
                  <c:v>99.885599999999997</c:v>
                </c:pt>
                <c:pt idx="106">
                  <c:v>99.917000000000002</c:v>
                </c:pt>
                <c:pt idx="107">
                  <c:v>99.941699999999997</c:v>
                </c:pt>
                <c:pt idx="108">
                  <c:v>99.956999999999994</c:v>
                </c:pt>
                <c:pt idx="109">
                  <c:v>99.969399999999993</c:v>
                </c:pt>
                <c:pt idx="110">
                  <c:v>99.975200000000001</c:v>
                </c:pt>
                <c:pt idx="111">
                  <c:v>99.981800000000007</c:v>
                </c:pt>
                <c:pt idx="112">
                  <c:v>99.9876</c:v>
                </c:pt>
                <c:pt idx="113">
                  <c:v>99.994200000000006</c:v>
                </c:pt>
                <c:pt idx="114">
                  <c:v>99.998500000000007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DF-402D-84E6-458C9FFB34E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2.625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70.900745999999998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BDF-402D-84E6-458C9FFB34E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4.0249360000000003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85.005995999999996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BDF-402D-84E6-458C9FFB34E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76.172663999999997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BDF-402D-84E6-458C9FFB34E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1.384593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85.028115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BDF-402D-84E6-458C9FFB34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0.26477899999999999</c:v>
                </c:pt>
                <c:pt idx="1">
                  <c:v>1.1779999999999999</c:v>
                </c:pt>
                <c:pt idx="2">
                  <c:v>2.7827999999999999</c:v>
                </c:pt>
                <c:pt idx="3">
                  <c:v>4.7812000000000001</c:v>
                </c:pt>
                <c:pt idx="4">
                  <c:v>7.0259980000000004</c:v>
                </c:pt>
                <c:pt idx="5">
                  <c:v>9.5130999999999997</c:v>
                </c:pt>
                <c:pt idx="6">
                  <c:v>12.1602</c:v>
                </c:pt>
                <c:pt idx="7">
                  <c:v>14.946099999999999</c:v>
                </c:pt>
                <c:pt idx="8">
                  <c:v>17.818200000000001</c:v>
                </c:pt>
                <c:pt idx="9">
                  <c:v>20.735099999999999</c:v>
                </c:pt>
                <c:pt idx="10">
                  <c:v>23.652605000000001</c:v>
                </c:pt>
                <c:pt idx="11">
                  <c:v>26.598299999999998</c:v>
                </c:pt>
                <c:pt idx="12">
                  <c:v>29.486789999999999</c:v>
                </c:pt>
                <c:pt idx="13">
                  <c:v>32.320300000000003</c:v>
                </c:pt>
                <c:pt idx="14">
                  <c:v>35.0426</c:v>
                </c:pt>
                <c:pt idx="15">
                  <c:v>37.710700000000003</c:v>
                </c:pt>
                <c:pt idx="16">
                  <c:v>40.294199999999996</c:v>
                </c:pt>
                <c:pt idx="17">
                  <c:v>42.789400000000001</c:v>
                </c:pt>
                <c:pt idx="18">
                  <c:v>45.176600000000001</c:v>
                </c:pt>
                <c:pt idx="19">
                  <c:v>47.502800000000001</c:v>
                </c:pt>
                <c:pt idx="20">
                  <c:v>49.758285999999998</c:v>
                </c:pt>
                <c:pt idx="21">
                  <c:v>51.933500000000002</c:v>
                </c:pt>
                <c:pt idx="22">
                  <c:v>54.014600000000002</c:v>
                </c:pt>
                <c:pt idx="23">
                  <c:v>56.002400000000002</c:v>
                </c:pt>
                <c:pt idx="24">
                  <c:v>57.9086</c:v>
                </c:pt>
                <c:pt idx="25">
                  <c:v>59.708500000000001</c:v>
                </c:pt>
                <c:pt idx="26">
                  <c:v>61.404000000000003</c:v>
                </c:pt>
                <c:pt idx="27">
                  <c:v>62.9863</c:v>
                </c:pt>
                <c:pt idx="28">
                  <c:v>64.474900000000005</c:v>
                </c:pt>
                <c:pt idx="29">
                  <c:v>65.892099999999999</c:v>
                </c:pt>
                <c:pt idx="30">
                  <c:v>67.227900000000005</c:v>
                </c:pt>
                <c:pt idx="31">
                  <c:v>68.483900000000006</c:v>
                </c:pt>
                <c:pt idx="32">
                  <c:v>69.648202999999995</c:v>
                </c:pt>
                <c:pt idx="33">
                  <c:v>70.805400000000006</c:v>
                </c:pt>
                <c:pt idx="34">
                  <c:v>71.892600000000002</c:v>
                </c:pt>
                <c:pt idx="35">
                  <c:v>72.917900000000003</c:v>
                </c:pt>
                <c:pt idx="36">
                  <c:v>73.893000000000001</c:v>
                </c:pt>
                <c:pt idx="37">
                  <c:v>74.818200000000004</c:v>
                </c:pt>
                <c:pt idx="38">
                  <c:v>75.692300000000003</c:v>
                </c:pt>
                <c:pt idx="39">
                  <c:v>76.518799999999999</c:v>
                </c:pt>
                <c:pt idx="40">
                  <c:v>77.280000999999999</c:v>
                </c:pt>
                <c:pt idx="41">
                  <c:v>78.046800000000005</c:v>
                </c:pt>
                <c:pt idx="42">
                  <c:v>78.771000000000001</c:v>
                </c:pt>
                <c:pt idx="43">
                  <c:v>79.457300000000004</c:v>
                </c:pt>
                <c:pt idx="44">
                  <c:v>80.096800000000002</c:v>
                </c:pt>
                <c:pt idx="45">
                  <c:v>80.689099999999996</c:v>
                </c:pt>
                <c:pt idx="46">
                  <c:v>81.245599999999996</c:v>
                </c:pt>
                <c:pt idx="47">
                  <c:v>81.773700000000005</c:v>
                </c:pt>
                <c:pt idx="48">
                  <c:v>82.268299999999996</c:v>
                </c:pt>
                <c:pt idx="49">
                  <c:v>82.738299999999995</c:v>
                </c:pt>
                <c:pt idx="50">
                  <c:v>83.193200000000004</c:v>
                </c:pt>
                <c:pt idx="51">
                  <c:v>83.625100000000003</c:v>
                </c:pt>
                <c:pt idx="52">
                  <c:v>84.037599999999998</c:v>
                </c:pt>
                <c:pt idx="53">
                  <c:v>84.436199999999999</c:v>
                </c:pt>
                <c:pt idx="54">
                  <c:v>84.824600000000004</c:v>
                </c:pt>
                <c:pt idx="55">
                  <c:v>85.200199999999995</c:v>
                </c:pt>
                <c:pt idx="56">
                  <c:v>85.567400000000006</c:v>
                </c:pt>
                <c:pt idx="57">
                  <c:v>85.907499999999999</c:v>
                </c:pt>
                <c:pt idx="58">
                  <c:v>86.230500000000006</c:v>
                </c:pt>
                <c:pt idx="59">
                  <c:v>86.533000000000001</c:v>
                </c:pt>
                <c:pt idx="60">
                  <c:v>86.814815999999993</c:v>
                </c:pt>
                <c:pt idx="61">
                  <c:v>87.1006</c:v>
                </c:pt>
                <c:pt idx="62">
                  <c:v>87.363100000000003</c:v>
                </c:pt>
                <c:pt idx="63">
                  <c:v>87.614500000000007</c:v>
                </c:pt>
                <c:pt idx="64">
                  <c:v>87.856499999999997</c:v>
                </c:pt>
                <c:pt idx="65">
                  <c:v>88.093000000000004</c:v>
                </c:pt>
                <c:pt idx="66">
                  <c:v>88.321399999999997</c:v>
                </c:pt>
                <c:pt idx="67">
                  <c:v>88.546899999999994</c:v>
                </c:pt>
                <c:pt idx="68">
                  <c:v>88.763099999999994</c:v>
                </c:pt>
                <c:pt idx="69">
                  <c:v>88.969700000000003</c:v>
                </c:pt>
                <c:pt idx="70">
                  <c:v>89.175299999999993</c:v>
                </c:pt>
                <c:pt idx="71">
                  <c:v>89.372200000000007</c:v>
                </c:pt>
                <c:pt idx="72">
                  <c:v>89.565200000000004</c:v>
                </c:pt>
                <c:pt idx="73">
                  <c:v>89.742900000000006</c:v>
                </c:pt>
                <c:pt idx="74">
                  <c:v>89.917599999999993</c:v>
                </c:pt>
                <c:pt idx="75">
                  <c:v>90.091300000000004</c:v>
                </c:pt>
                <c:pt idx="76">
                  <c:v>90.264300000000006</c:v>
                </c:pt>
                <c:pt idx="77">
                  <c:v>90.431700000000006</c:v>
                </c:pt>
                <c:pt idx="78">
                  <c:v>90.592699999999994</c:v>
                </c:pt>
                <c:pt idx="79">
                  <c:v>90.748500000000007</c:v>
                </c:pt>
                <c:pt idx="80">
                  <c:v>90.894569000000004</c:v>
                </c:pt>
                <c:pt idx="81">
                  <c:v>91.050899999999999</c:v>
                </c:pt>
                <c:pt idx="82">
                  <c:v>91.196299999999994</c:v>
                </c:pt>
                <c:pt idx="83">
                  <c:v>91.333699999999993</c:v>
                </c:pt>
                <c:pt idx="84">
                  <c:v>91.471999999999994</c:v>
                </c:pt>
                <c:pt idx="85">
                  <c:v>91.603999999999999</c:v>
                </c:pt>
                <c:pt idx="86">
                  <c:v>91.735399999999998</c:v>
                </c:pt>
                <c:pt idx="87">
                  <c:v>91.859399999999994</c:v>
                </c:pt>
                <c:pt idx="88">
                  <c:v>91.978499999999997</c:v>
                </c:pt>
                <c:pt idx="89">
                  <c:v>92.102599999999995</c:v>
                </c:pt>
                <c:pt idx="90">
                  <c:v>92.220100000000002</c:v>
                </c:pt>
                <c:pt idx="91">
                  <c:v>92.338399999999993</c:v>
                </c:pt>
                <c:pt idx="92">
                  <c:v>92.4542</c:v>
                </c:pt>
                <c:pt idx="93">
                  <c:v>92.565700000000007</c:v>
                </c:pt>
                <c:pt idx="94">
                  <c:v>92.668099999999995</c:v>
                </c:pt>
                <c:pt idx="95">
                  <c:v>92.771000000000001</c:v>
                </c:pt>
                <c:pt idx="96">
                  <c:v>92.871300000000005</c:v>
                </c:pt>
                <c:pt idx="97">
                  <c:v>92.968900000000005</c:v>
                </c:pt>
                <c:pt idx="98">
                  <c:v>93.068100000000001</c:v>
                </c:pt>
                <c:pt idx="99">
                  <c:v>93.1631</c:v>
                </c:pt>
                <c:pt idx="100">
                  <c:v>93.254199999999997</c:v>
                </c:pt>
                <c:pt idx="101">
                  <c:v>93.341200000000001</c:v>
                </c:pt>
                <c:pt idx="102">
                  <c:v>93.425700000000006</c:v>
                </c:pt>
                <c:pt idx="103">
                  <c:v>93.512200000000007</c:v>
                </c:pt>
                <c:pt idx="104">
                  <c:v>93.599900000000005</c:v>
                </c:pt>
                <c:pt idx="105">
                  <c:v>93.688400000000001</c:v>
                </c:pt>
                <c:pt idx="106">
                  <c:v>93.779700000000005</c:v>
                </c:pt>
                <c:pt idx="107">
                  <c:v>93.864000000000004</c:v>
                </c:pt>
                <c:pt idx="108">
                  <c:v>93.952299999999994</c:v>
                </c:pt>
                <c:pt idx="109">
                  <c:v>94.039100000000005</c:v>
                </c:pt>
                <c:pt idx="110">
                  <c:v>94.126499999999993</c:v>
                </c:pt>
                <c:pt idx="111">
                  <c:v>94.214600000000004</c:v>
                </c:pt>
                <c:pt idx="112">
                  <c:v>94.306200000000004</c:v>
                </c:pt>
                <c:pt idx="113">
                  <c:v>94.398600000000002</c:v>
                </c:pt>
                <c:pt idx="114">
                  <c:v>94.485399999999998</c:v>
                </c:pt>
                <c:pt idx="115">
                  <c:v>94.575699999999998</c:v>
                </c:pt>
                <c:pt idx="116">
                  <c:v>94.664699999999996</c:v>
                </c:pt>
                <c:pt idx="117">
                  <c:v>94.750600000000006</c:v>
                </c:pt>
                <c:pt idx="118">
                  <c:v>94.835400000000007</c:v>
                </c:pt>
                <c:pt idx="119">
                  <c:v>94.918700000000001</c:v>
                </c:pt>
                <c:pt idx="120">
                  <c:v>95.001727000000002</c:v>
                </c:pt>
                <c:pt idx="121">
                  <c:v>95.083299999999994</c:v>
                </c:pt>
                <c:pt idx="122">
                  <c:v>95.163700000000006</c:v>
                </c:pt>
                <c:pt idx="123">
                  <c:v>95.244799999999998</c:v>
                </c:pt>
                <c:pt idx="124">
                  <c:v>95.323899999999995</c:v>
                </c:pt>
                <c:pt idx="125">
                  <c:v>95.396699999999996</c:v>
                </c:pt>
                <c:pt idx="126">
                  <c:v>95.460300000000004</c:v>
                </c:pt>
                <c:pt idx="127">
                  <c:v>95.521600000000007</c:v>
                </c:pt>
                <c:pt idx="128">
                  <c:v>95.578500000000005</c:v>
                </c:pt>
                <c:pt idx="129">
                  <c:v>95.636899999999997</c:v>
                </c:pt>
                <c:pt idx="130">
                  <c:v>95.690399999999997</c:v>
                </c:pt>
                <c:pt idx="131">
                  <c:v>95.744399999999999</c:v>
                </c:pt>
                <c:pt idx="132">
                  <c:v>95.797399999999996</c:v>
                </c:pt>
                <c:pt idx="133">
                  <c:v>95.850099999999998</c:v>
                </c:pt>
                <c:pt idx="134">
                  <c:v>95.901700000000005</c:v>
                </c:pt>
                <c:pt idx="135">
                  <c:v>95.951499999999996</c:v>
                </c:pt>
                <c:pt idx="136">
                  <c:v>96.002399999999994</c:v>
                </c:pt>
                <c:pt idx="137">
                  <c:v>96.052300000000002</c:v>
                </c:pt>
                <c:pt idx="138">
                  <c:v>96.104399999999998</c:v>
                </c:pt>
                <c:pt idx="139">
                  <c:v>96.157899999999998</c:v>
                </c:pt>
                <c:pt idx="140">
                  <c:v>96.214100000000002</c:v>
                </c:pt>
                <c:pt idx="141">
                  <c:v>96.272000000000006</c:v>
                </c:pt>
                <c:pt idx="142">
                  <c:v>96.328500000000005</c:v>
                </c:pt>
                <c:pt idx="143">
                  <c:v>96.386399999999995</c:v>
                </c:pt>
                <c:pt idx="144">
                  <c:v>96.443399999999997</c:v>
                </c:pt>
                <c:pt idx="145">
                  <c:v>96.499099999999999</c:v>
                </c:pt>
                <c:pt idx="146">
                  <c:v>96.554299999999998</c:v>
                </c:pt>
                <c:pt idx="147">
                  <c:v>96.610399999999998</c:v>
                </c:pt>
                <c:pt idx="148">
                  <c:v>96.665700000000001</c:v>
                </c:pt>
                <c:pt idx="149">
                  <c:v>96.722800000000007</c:v>
                </c:pt>
                <c:pt idx="150">
                  <c:v>96.7804</c:v>
                </c:pt>
                <c:pt idx="151">
                  <c:v>96.838499999999996</c:v>
                </c:pt>
                <c:pt idx="152">
                  <c:v>96.896000000000001</c:v>
                </c:pt>
                <c:pt idx="153">
                  <c:v>96.950999999999993</c:v>
                </c:pt>
                <c:pt idx="154">
                  <c:v>97.002799999999993</c:v>
                </c:pt>
                <c:pt idx="155">
                  <c:v>97.051699999999997</c:v>
                </c:pt>
                <c:pt idx="156">
                  <c:v>97.102500000000006</c:v>
                </c:pt>
                <c:pt idx="157">
                  <c:v>97.154399999999995</c:v>
                </c:pt>
                <c:pt idx="158">
                  <c:v>97.205299999999994</c:v>
                </c:pt>
                <c:pt idx="159">
                  <c:v>97.254800000000003</c:v>
                </c:pt>
                <c:pt idx="160">
                  <c:v>97.301400000000001</c:v>
                </c:pt>
                <c:pt idx="161">
                  <c:v>97.346699999999998</c:v>
                </c:pt>
                <c:pt idx="162">
                  <c:v>97.389200000000002</c:v>
                </c:pt>
                <c:pt idx="163">
                  <c:v>97.430599999999998</c:v>
                </c:pt>
                <c:pt idx="164">
                  <c:v>97.472099999999998</c:v>
                </c:pt>
                <c:pt idx="165">
                  <c:v>97.509799999999998</c:v>
                </c:pt>
                <c:pt idx="166">
                  <c:v>97.547600000000003</c:v>
                </c:pt>
                <c:pt idx="167">
                  <c:v>97.584800000000001</c:v>
                </c:pt>
                <c:pt idx="168">
                  <c:v>97.620199999999997</c:v>
                </c:pt>
                <c:pt idx="169">
                  <c:v>97.656800000000004</c:v>
                </c:pt>
                <c:pt idx="170">
                  <c:v>97.6952</c:v>
                </c:pt>
                <c:pt idx="171">
                  <c:v>97.730599999999995</c:v>
                </c:pt>
                <c:pt idx="172">
                  <c:v>97.765799999999999</c:v>
                </c:pt>
                <c:pt idx="173">
                  <c:v>97.798500000000004</c:v>
                </c:pt>
                <c:pt idx="174">
                  <c:v>97.831800000000001</c:v>
                </c:pt>
                <c:pt idx="175">
                  <c:v>97.862899999999996</c:v>
                </c:pt>
                <c:pt idx="176">
                  <c:v>97.890500000000003</c:v>
                </c:pt>
                <c:pt idx="177">
                  <c:v>97.919200000000004</c:v>
                </c:pt>
                <c:pt idx="178">
                  <c:v>97.948899999999995</c:v>
                </c:pt>
                <c:pt idx="179">
                  <c:v>97.979699999999994</c:v>
                </c:pt>
                <c:pt idx="180">
                  <c:v>98.008799999999994</c:v>
                </c:pt>
                <c:pt idx="181">
                  <c:v>98.0381</c:v>
                </c:pt>
                <c:pt idx="182">
                  <c:v>98.067300000000003</c:v>
                </c:pt>
                <c:pt idx="183">
                  <c:v>98.094999999999999</c:v>
                </c:pt>
                <c:pt idx="184">
                  <c:v>98.126300000000001</c:v>
                </c:pt>
                <c:pt idx="185">
                  <c:v>98.156000000000006</c:v>
                </c:pt>
                <c:pt idx="186">
                  <c:v>98.186700000000002</c:v>
                </c:pt>
                <c:pt idx="187">
                  <c:v>98.218000000000004</c:v>
                </c:pt>
                <c:pt idx="188">
                  <c:v>98.248099999999994</c:v>
                </c:pt>
                <c:pt idx="189">
                  <c:v>98.276799999999994</c:v>
                </c:pt>
                <c:pt idx="190">
                  <c:v>98.303700000000006</c:v>
                </c:pt>
                <c:pt idx="191">
                  <c:v>98.330600000000004</c:v>
                </c:pt>
                <c:pt idx="192">
                  <c:v>98.354699999999994</c:v>
                </c:pt>
                <c:pt idx="193">
                  <c:v>98.380700000000004</c:v>
                </c:pt>
                <c:pt idx="194">
                  <c:v>98.403400000000005</c:v>
                </c:pt>
                <c:pt idx="195">
                  <c:v>98.426699999999997</c:v>
                </c:pt>
                <c:pt idx="196">
                  <c:v>98.449299999999994</c:v>
                </c:pt>
                <c:pt idx="197">
                  <c:v>98.474900000000005</c:v>
                </c:pt>
                <c:pt idx="198">
                  <c:v>98.499200000000002</c:v>
                </c:pt>
                <c:pt idx="199">
                  <c:v>98.522099999999995</c:v>
                </c:pt>
                <c:pt idx="200">
                  <c:v>98.546972999999994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35-4752-A754-8EC322875917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0.18073500000000001</c:v>
                </c:pt>
                <c:pt idx="1">
                  <c:v>1.8568</c:v>
                </c:pt>
                <c:pt idx="2">
                  <c:v>4.59</c:v>
                </c:pt>
                <c:pt idx="3">
                  <c:v>7.9081000000000001</c:v>
                </c:pt>
                <c:pt idx="4">
                  <c:v>11.657868000000001</c:v>
                </c:pt>
                <c:pt idx="5">
                  <c:v>15.7798</c:v>
                </c:pt>
                <c:pt idx="6">
                  <c:v>20.192699999999999</c:v>
                </c:pt>
                <c:pt idx="7">
                  <c:v>24.8687</c:v>
                </c:pt>
                <c:pt idx="8">
                  <c:v>29.6816</c:v>
                </c:pt>
                <c:pt idx="9">
                  <c:v>34.522199999999998</c:v>
                </c:pt>
                <c:pt idx="10">
                  <c:v>39.310518999999999</c:v>
                </c:pt>
                <c:pt idx="11">
                  <c:v>44.066400000000002</c:v>
                </c:pt>
                <c:pt idx="12">
                  <c:v>48.784990999999998</c:v>
                </c:pt>
                <c:pt idx="13">
                  <c:v>53.322099999999999</c:v>
                </c:pt>
                <c:pt idx="14">
                  <c:v>57.583599999999997</c:v>
                </c:pt>
                <c:pt idx="15">
                  <c:v>61.680399999999999</c:v>
                </c:pt>
                <c:pt idx="16">
                  <c:v>65.528099999999995</c:v>
                </c:pt>
                <c:pt idx="17">
                  <c:v>69.145600000000002</c:v>
                </c:pt>
                <c:pt idx="18">
                  <c:v>72.452799999999996</c:v>
                </c:pt>
                <c:pt idx="19">
                  <c:v>75.559600000000003</c:v>
                </c:pt>
                <c:pt idx="20">
                  <c:v>78.562083000000001</c:v>
                </c:pt>
                <c:pt idx="21">
                  <c:v>81.279499999999999</c:v>
                </c:pt>
                <c:pt idx="22">
                  <c:v>83.759799999999998</c:v>
                </c:pt>
                <c:pt idx="23">
                  <c:v>85.973600000000005</c:v>
                </c:pt>
                <c:pt idx="24">
                  <c:v>87.933199999999999</c:v>
                </c:pt>
                <c:pt idx="25">
                  <c:v>89.736099999999993</c:v>
                </c:pt>
                <c:pt idx="26">
                  <c:v>91.3613</c:v>
                </c:pt>
                <c:pt idx="27">
                  <c:v>92.751199999999997</c:v>
                </c:pt>
                <c:pt idx="28">
                  <c:v>93.920299999999997</c:v>
                </c:pt>
                <c:pt idx="29">
                  <c:v>94.867999999999995</c:v>
                </c:pt>
                <c:pt idx="30">
                  <c:v>95.667199999999994</c:v>
                </c:pt>
                <c:pt idx="31">
                  <c:v>96.377399999999994</c:v>
                </c:pt>
                <c:pt idx="32">
                  <c:v>97.007632000000001</c:v>
                </c:pt>
                <c:pt idx="33">
                  <c:v>97.542199999999994</c:v>
                </c:pt>
                <c:pt idx="34">
                  <c:v>97.977099999999993</c:v>
                </c:pt>
                <c:pt idx="35">
                  <c:v>98.329700000000003</c:v>
                </c:pt>
                <c:pt idx="36">
                  <c:v>98.605699999999999</c:v>
                </c:pt>
                <c:pt idx="37">
                  <c:v>98.835899999999995</c:v>
                </c:pt>
                <c:pt idx="38">
                  <c:v>99.018799999999999</c:v>
                </c:pt>
                <c:pt idx="39">
                  <c:v>99.177599999999998</c:v>
                </c:pt>
                <c:pt idx="40">
                  <c:v>99.325045000000003</c:v>
                </c:pt>
                <c:pt idx="41">
                  <c:v>99.426000000000002</c:v>
                </c:pt>
                <c:pt idx="42">
                  <c:v>99.507599999999996</c:v>
                </c:pt>
                <c:pt idx="43">
                  <c:v>99.583299999999994</c:v>
                </c:pt>
                <c:pt idx="44">
                  <c:v>99.641599999999997</c:v>
                </c:pt>
                <c:pt idx="45">
                  <c:v>99.686800000000005</c:v>
                </c:pt>
                <c:pt idx="46">
                  <c:v>99.738500000000002</c:v>
                </c:pt>
                <c:pt idx="47">
                  <c:v>99.786600000000007</c:v>
                </c:pt>
                <c:pt idx="48">
                  <c:v>99.836799999999997</c:v>
                </c:pt>
                <c:pt idx="49">
                  <c:v>99.869600000000005</c:v>
                </c:pt>
                <c:pt idx="50">
                  <c:v>99.905299999999997</c:v>
                </c:pt>
                <c:pt idx="51">
                  <c:v>99.935900000000004</c:v>
                </c:pt>
                <c:pt idx="52">
                  <c:v>99.952699999999993</c:v>
                </c:pt>
                <c:pt idx="53">
                  <c:v>99.968699999999998</c:v>
                </c:pt>
                <c:pt idx="54">
                  <c:v>99.977400000000003</c:v>
                </c:pt>
                <c:pt idx="55">
                  <c:v>99.982500000000002</c:v>
                </c:pt>
                <c:pt idx="56">
                  <c:v>99.992000000000004</c:v>
                </c:pt>
                <c:pt idx="57">
                  <c:v>99.997100000000003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35-4752-A754-8EC322875917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0.97499999999999998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76.496233000000004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135-4752-A754-8EC322875917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1.3623639999999999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85.004046000000002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135-4752-A754-8EC322875917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72.498794000000004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135-4752-A754-8EC322875917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0.56430800000000003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85.042455000000004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135-4752-A754-8EC322875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1.8929999999999999E-2</c:v>
                </c:pt>
                <c:pt idx="2">
                  <c:v>7.7950000000000005E-2</c:v>
                </c:pt>
                <c:pt idx="3">
                  <c:v>0.18883</c:v>
                </c:pt>
                <c:pt idx="4">
                  <c:v>0.362564</c:v>
                </c:pt>
                <c:pt idx="5">
                  <c:v>0.60551999999999995</c:v>
                </c:pt>
                <c:pt idx="6">
                  <c:v>0.92169000000000001</c:v>
                </c:pt>
                <c:pt idx="7">
                  <c:v>1.29864</c:v>
                </c:pt>
                <c:pt idx="8">
                  <c:v>1.7459100000000001</c:v>
                </c:pt>
                <c:pt idx="9">
                  <c:v>2.2480799999999999</c:v>
                </c:pt>
                <c:pt idx="10">
                  <c:v>2.808535</c:v>
                </c:pt>
                <c:pt idx="11">
                  <c:v>3.4167999999999998</c:v>
                </c:pt>
                <c:pt idx="12">
                  <c:v>4.0689349999999997</c:v>
                </c:pt>
                <c:pt idx="13">
                  <c:v>4.7715300000000003</c:v>
                </c:pt>
                <c:pt idx="14">
                  <c:v>5.5205000000000002</c:v>
                </c:pt>
                <c:pt idx="15">
                  <c:v>6.3150899999999996</c:v>
                </c:pt>
                <c:pt idx="16">
                  <c:v>7.1513</c:v>
                </c:pt>
                <c:pt idx="17">
                  <c:v>8.0303100000000001</c:v>
                </c:pt>
                <c:pt idx="18">
                  <c:v>8.9574099999999994</c:v>
                </c:pt>
                <c:pt idx="19">
                  <c:v>9.9083699999999997</c:v>
                </c:pt>
                <c:pt idx="20">
                  <c:v>10.880580999999999</c:v>
                </c:pt>
                <c:pt idx="21">
                  <c:v>11.853569999999999</c:v>
                </c:pt>
                <c:pt idx="22">
                  <c:v>12.858269999999999</c:v>
                </c:pt>
                <c:pt idx="23">
                  <c:v>13.86368</c:v>
                </c:pt>
                <c:pt idx="24">
                  <c:v>14.878489999999999</c:v>
                </c:pt>
                <c:pt idx="25">
                  <c:v>15.909409999999999</c:v>
                </c:pt>
                <c:pt idx="26">
                  <c:v>16.947150000000001</c:v>
                </c:pt>
                <c:pt idx="27">
                  <c:v>18.012869999999999</c:v>
                </c:pt>
                <c:pt idx="28">
                  <c:v>19.08071</c:v>
                </c:pt>
                <c:pt idx="29">
                  <c:v>20.158069999999999</c:v>
                </c:pt>
                <c:pt idx="30">
                  <c:v>21.230499999999999</c:v>
                </c:pt>
                <c:pt idx="31">
                  <c:v>22.301739999999999</c:v>
                </c:pt>
                <c:pt idx="32">
                  <c:v>23.382285</c:v>
                </c:pt>
                <c:pt idx="33">
                  <c:v>24.4801</c:v>
                </c:pt>
                <c:pt idx="34">
                  <c:v>25.568519999999999</c:v>
                </c:pt>
                <c:pt idx="35">
                  <c:v>26.659050000000001</c:v>
                </c:pt>
                <c:pt idx="36">
                  <c:v>27.739350000000002</c:v>
                </c:pt>
                <c:pt idx="37">
                  <c:v>28.810600000000001</c:v>
                </c:pt>
                <c:pt idx="38">
                  <c:v>29.856680000000001</c:v>
                </c:pt>
                <c:pt idx="39">
                  <c:v>30.869499999999999</c:v>
                </c:pt>
                <c:pt idx="40">
                  <c:v>31.867011000000002</c:v>
                </c:pt>
                <c:pt idx="41">
                  <c:v>32.863140000000001</c:v>
                </c:pt>
                <c:pt idx="42">
                  <c:v>33.832920000000001</c:v>
                </c:pt>
                <c:pt idx="43">
                  <c:v>34.786000000000001</c:v>
                </c:pt>
                <c:pt idx="44">
                  <c:v>35.730739999999997</c:v>
                </c:pt>
                <c:pt idx="45">
                  <c:v>36.675939999999997</c:v>
                </c:pt>
                <c:pt idx="46">
                  <c:v>37.618679999999998</c:v>
                </c:pt>
                <c:pt idx="47">
                  <c:v>38.555770000000003</c:v>
                </c:pt>
                <c:pt idx="48">
                  <c:v>39.480170000000001</c:v>
                </c:pt>
                <c:pt idx="49">
                  <c:v>40.382219999999997</c:v>
                </c:pt>
                <c:pt idx="50">
                  <c:v>41.282389999999999</c:v>
                </c:pt>
                <c:pt idx="51">
                  <c:v>42.167749999999998</c:v>
                </c:pt>
                <c:pt idx="52">
                  <c:v>43.034300000000002</c:v>
                </c:pt>
                <c:pt idx="53">
                  <c:v>43.89743</c:v>
                </c:pt>
                <c:pt idx="54">
                  <c:v>44.742930000000001</c:v>
                </c:pt>
                <c:pt idx="55">
                  <c:v>45.58549</c:v>
                </c:pt>
                <c:pt idx="56">
                  <c:v>46.41489</c:v>
                </c:pt>
                <c:pt idx="57">
                  <c:v>47.228639999999999</c:v>
                </c:pt>
                <c:pt idx="58">
                  <c:v>48.012650000000001</c:v>
                </c:pt>
                <c:pt idx="59">
                  <c:v>48.794539999999998</c:v>
                </c:pt>
                <c:pt idx="60">
                  <c:v>49.549849000000002</c:v>
                </c:pt>
                <c:pt idx="61">
                  <c:v>50.321869999999997</c:v>
                </c:pt>
                <c:pt idx="62">
                  <c:v>51.066719999999997</c:v>
                </c:pt>
                <c:pt idx="63">
                  <c:v>51.794759999999997</c:v>
                </c:pt>
                <c:pt idx="64">
                  <c:v>52.503050000000002</c:v>
                </c:pt>
                <c:pt idx="65">
                  <c:v>53.194519999999997</c:v>
                </c:pt>
                <c:pt idx="66">
                  <c:v>53.875880000000002</c:v>
                </c:pt>
                <c:pt idx="67">
                  <c:v>54.545720000000003</c:v>
                </c:pt>
                <c:pt idx="68">
                  <c:v>55.198160000000001</c:v>
                </c:pt>
                <c:pt idx="69">
                  <c:v>55.845660000000002</c:v>
                </c:pt>
                <c:pt idx="70">
                  <c:v>56.48798</c:v>
                </c:pt>
                <c:pt idx="71">
                  <c:v>57.137009999999997</c:v>
                </c:pt>
                <c:pt idx="72">
                  <c:v>57.784860000000002</c:v>
                </c:pt>
                <c:pt idx="73">
                  <c:v>58.426369999999999</c:v>
                </c:pt>
                <c:pt idx="74">
                  <c:v>59.059869999999997</c:v>
                </c:pt>
                <c:pt idx="75">
                  <c:v>59.687860000000001</c:v>
                </c:pt>
                <c:pt idx="76">
                  <c:v>60.319130000000001</c:v>
                </c:pt>
                <c:pt idx="77">
                  <c:v>60.942880000000002</c:v>
                </c:pt>
                <c:pt idx="78">
                  <c:v>61.564160000000001</c:v>
                </c:pt>
                <c:pt idx="79">
                  <c:v>62.182499999999997</c:v>
                </c:pt>
                <c:pt idx="80">
                  <c:v>62.779604999999997</c:v>
                </c:pt>
                <c:pt idx="81">
                  <c:v>63.400010000000002</c:v>
                </c:pt>
                <c:pt idx="82">
                  <c:v>63.994010000000003</c:v>
                </c:pt>
                <c:pt idx="83">
                  <c:v>64.57038</c:v>
                </c:pt>
                <c:pt idx="84">
                  <c:v>65.124290000000002</c:v>
                </c:pt>
                <c:pt idx="85">
                  <c:v>65.669370000000001</c:v>
                </c:pt>
                <c:pt idx="86">
                  <c:v>66.192710000000005</c:v>
                </c:pt>
                <c:pt idx="87">
                  <c:v>66.716639999999998</c:v>
                </c:pt>
                <c:pt idx="88">
                  <c:v>67.23715</c:v>
                </c:pt>
                <c:pt idx="89">
                  <c:v>67.741209999999995</c:v>
                </c:pt>
                <c:pt idx="90">
                  <c:v>68.239500000000007</c:v>
                </c:pt>
                <c:pt idx="91">
                  <c:v>68.73039</c:v>
                </c:pt>
                <c:pt idx="92">
                  <c:v>69.226680000000002</c:v>
                </c:pt>
                <c:pt idx="93">
                  <c:v>69.719920000000002</c:v>
                </c:pt>
                <c:pt idx="94">
                  <c:v>70.212450000000004</c:v>
                </c:pt>
                <c:pt idx="95">
                  <c:v>70.700280000000006</c:v>
                </c:pt>
                <c:pt idx="96">
                  <c:v>71.17353</c:v>
                </c:pt>
                <c:pt idx="97">
                  <c:v>71.64255</c:v>
                </c:pt>
                <c:pt idx="98">
                  <c:v>72.09581</c:v>
                </c:pt>
                <c:pt idx="99">
                  <c:v>72.543779999999998</c:v>
                </c:pt>
                <c:pt idx="100">
                  <c:v>72.980339999999998</c:v>
                </c:pt>
                <c:pt idx="101">
                  <c:v>73.410560000000004</c:v>
                </c:pt>
                <c:pt idx="102">
                  <c:v>73.826310000000007</c:v>
                </c:pt>
                <c:pt idx="103">
                  <c:v>74.227490000000003</c:v>
                </c:pt>
                <c:pt idx="104">
                  <c:v>74.619489999999999</c:v>
                </c:pt>
                <c:pt idx="105">
                  <c:v>74.991979999999998</c:v>
                </c:pt>
                <c:pt idx="106">
                  <c:v>75.358109999999996</c:v>
                </c:pt>
                <c:pt idx="107">
                  <c:v>75.716139999999996</c:v>
                </c:pt>
                <c:pt idx="108">
                  <c:v>76.068160000000006</c:v>
                </c:pt>
                <c:pt idx="109">
                  <c:v>76.428299999999993</c:v>
                </c:pt>
                <c:pt idx="110">
                  <c:v>76.785970000000006</c:v>
                </c:pt>
                <c:pt idx="111">
                  <c:v>77.138589999999994</c:v>
                </c:pt>
                <c:pt idx="112">
                  <c:v>77.498490000000004</c:v>
                </c:pt>
                <c:pt idx="113">
                  <c:v>77.846869999999996</c:v>
                </c:pt>
                <c:pt idx="114">
                  <c:v>78.200310000000002</c:v>
                </c:pt>
                <c:pt idx="115">
                  <c:v>78.552930000000003</c:v>
                </c:pt>
                <c:pt idx="116">
                  <c:v>78.898489999999995</c:v>
                </c:pt>
                <c:pt idx="117">
                  <c:v>79.239930000000001</c:v>
                </c:pt>
                <c:pt idx="118">
                  <c:v>79.577380000000005</c:v>
                </c:pt>
                <c:pt idx="119">
                  <c:v>79.915890000000005</c:v>
                </c:pt>
                <c:pt idx="120">
                  <c:v>80.250996000000001</c:v>
                </c:pt>
                <c:pt idx="121">
                  <c:v>80.576909999999998</c:v>
                </c:pt>
                <c:pt idx="122">
                  <c:v>80.899420000000006</c:v>
                </c:pt>
                <c:pt idx="123">
                  <c:v>81.214290000000005</c:v>
                </c:pt>
                <c:pt idx="124">
                  <c:v>81.52176</c:v>
                </c:pt>
                <c:pt idx="125">
                  <c:v>81.813820000000007</c:v>
                </c:pt>
                <c:pt idx="126">
                  <c:v>82.090829999999997</c:v>
                </c:pt>
                <c:pt idx="127">
                  <c:v>82.367140000000006</c:v>
                </c:pt>
                <c:pt idx="128">
                  <c:v>82.643680000000003</c:v>
                </c:pt>
                <c:pt idx="129">
                  <c:v>82.917400000000001</c:v>
                </c:pt>
                <c:pt idx="130">
                  <c:v>83.194059999999993</c:v>
                </c:pt>
                <c:pt idx="131">
                  <c:v>83.474010000000007</c:v>
                </c:pt>
                <c:pt idx="132">
                  <c:v>83.746089999999995</c:v>
                </c:pt>
                <c:pt idx="133">
                  <c:v>84.014279999999999</c:v>
                </c:pt>
                <c:pt idx="134">
                  <c:v>84.283540000000002</c:v>
                </c:pt>
                <c:pt idx="135">
                  <c:v>84.544439999999994</c:v>
                </c:pt>
                <c:pt idx="136">
                  <c:v>84.797939999999997</c:v>
                </c:pt>
                <c:pt idx="137">
                  <c:v>85.042730000000006</c:v>
                </c:pt>
                <c:pt idx="138">
                  <c:v>85.279889999999995</c:v>
                </c:pt>
                <c:pt idx="139">
                  <c:v>85.512460000000004</c:v>
                </c:pt>
                <c:pt idx="140">
                  <c:v>85.731380000000001</c:v>
                </c:pt>
                <c:pt idx="141">
                  <c:v>85.944789999999998</c:v>
                </c:pt>
                <c:pt idx="142">
                  <c:v>86.162779999999998</c:v>
                </c:pt>
                <c:pt idx="143">
                  <c:v>86.379350000000002</c:v>
                </c:pt>
                <c:pt idx="144">
                  <c:v>86.588639999999998</c:v>
                </c:pt>
                <c:pt idx="145">
                  <c:v>86.792169999999999</c:v>
                </c:pt>
                <c:pt idx="146">
                  <c:v>86.998750000000001</c:v>
                </c:pt>
                <c:pt idx="147">
                  <c:v>87.210269999999994</c:v>
                </c:pt>
                <c:pt idx="148">
                  <c:v>87.423559999999995</c:v>
                </c:pt>
                <c:pt idx="149">
                  <c:v>87.633439999999993</c:v>
                </c:pt>
                <c:pt idx="150">
                  <c:v>87.844719999999995</c:v>
                </c:pt>
                <c:pt idx="151">
                  <c:v>88.056600000000003</c:v>
                </c:pt>
                <c:pt idx="152">
                  <c:v>88.271060000000006</c:v>
                </c:pt>
                <c:pt idx="153">
                  <c:v>88.478939999999994</c:v>
                </c:pt>
                <c:pt idx="154">
                  <c:v>88.680109999999999</c:v>
                </c:pt>
                <c:pt idx="155">
                  <c:v>88.866470000000007</c:v>
                </c:pt>
                <c:pt idx="156">
                  <c:v>89.038489999999996</c:v>
                </c:pt>
                <c:pt idx="157">
                  <c:v>89.203680000000006</c:v>
                </c:pt>
                <c:pt idx="158">
                  <c:v>89.367940000000004</c:v>
                </c:pt>
                <c:pt idx="159">
                  <c:v>89.527019999999993</c:v>
                </c:pt>
                <c:pt idx="160">
                  <c:v>89.684809999999999</c:v>
                </c:pt>
                <c:pt idx="161">
                  <c:v>89.840369999999993</c:v>
                </c:pt>
                <c:pt idx="162">
                  <c:v>89.99427</c:v>
                </c:pt>
                <c:pt idx="163">
                  <c:v>90.144300000000001</c:v>
                </c:pt>
                <c:pt idx="164">
                  <c:v>90.286919999999995</c:v>
                </c:pt>
                <c:pt idx="165">
                  <c:v>90.430719999999994</c:v>
                </c:pt>
                <c:pt idx="166">
                  <c:v>90.573580000000007</c:v>
                </c:pt>
                <c:pt idx="167">
                  <c:v>90.712670000000003</c:v>
                </c:pt>
                <c:pt idx="168">
                  <c:v>90.848470000000006</c:v>
                </c:pt>
                <c:pt idx="169">
                  <c:v>90.973929999999996</c:v>
                </c:pt>
                <c:pt idx="170">
                  <c:v>91.089039999999997</c:v>
                </c:pt>
                <c:pt idx="171">
                  <c:v>91.203559999999996</c:v>
                </c:pt>
                <c:pt idx="172">
                  <c:v>91.312669999999997</c:v>
                </c:pt>
                <c:pt idx="173">
                  <c:v>91.420140000000004</c:v>
                </c:pt>
                <c:pt idx="174">
                  <c:v>91.52525</c:v>
                </c:pt>
                <c:pt idx="175">
                  <c:v>91.627309999999994</c:v>
                </c:pt>
                <c:pt idx="176">
                  <c:v>91.725369999999998</c:v>
                </c:pt>
                <c:pt idx="177">
                  <c:v>91.822720000000004</c:v>
                </c:pt>
                <c:pt idx="178">
                  <c:v>91.918310000000005</c:v>
                </c:pt>
                <c:pt idx="179">
                  <c:v>92.01343</c:v>
                </c:pt>
                <c:pt idx="180">
                  <c:v>92.106440000000006</c:v>
                </c:pt>
                <c:pt idx="181">
                  <c:v>92.196150000000003</c:v>
                </c:pt>
                <c:pt idx="182">
                  <c:v>92.279510000000002</c:v>
                </c:pt>
                <c:pt idx="183">
                  <c:v>92.362049999999996</c:v>
                </c:pt>
                <c:pt idx="184">
                  <c:v>92.435059999999993</c:v>
                </c:pt>
                <c:pt idx="185">
                  <c:v>92.507959999999997</c:v>
                </c:pt>
                <c:pt idx="186">
                  <c:v>92.579210000000003</c:v>
                </c:pt>
                <c:pt idx="187">
                  <c:v>92.651290000000003</c:v>
                </c:pt>
                <c:pt idx="188">
                  <c:v>92.725129999999993</c:v>
                </c:pt>
                <c:pt idx="189">
                  <c:v>92.800610000000006</c:v>
                </c:pt>
                <c:pt idx="190">
                  <c:v>92.873509999999996</c:v>
                </c:pt>
                <c:pt idx="191">
                  <c:v>92.946060000000003</c:v>
                </c:pt>
                <c:pt idx="192">
                  <c:v>93.019069999999999</c:v>
                </c:pt>
                <c:pt idx="193">
                  <c:v>93.091260000000005</c:v>
                </c:pt>
                <c:pt idx="194">
                  <c:v>93.162279999999996</c:v>
                </c:pt>
                <c:pt idx="195">
                  <c:v>93.232240000000004</c:v>
                </c:pt>
                <c:pt idx="196">
                  <c:v>93.297610000000006</c:v>
                </c:pt>
                <c:pt idx="197">
                  <c:v>93.362049999999996</c:v>
                </c:pt>
                <c:pt idx="198">
                  <c:v>93.428359999999998</c:v>
                </c:pt>
                <c:pt idx="199">
                  <c:v>93.492559999999997</c:v>
                </c:pt>
                <c:pt idx="200">
                  <c:v>93.562588000000005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5D-4B43-B59A-497EB3C7CCCE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6.7750000000000005E-2</c:v>
                </c:pt>
                <c:pt idx="2">
                  <c:v>0.26443</c:v>
                </c:pt>
                <c:pt idx="3">
                  <c:v>0.62792999999999999</c:v>
                </c:pt>
                <c:pt idx="4">
                  <c:v>1.1649780000000001</c:v>
                </c:pt>
                <c:pt idx="5">
                  <c:v>1.8721300000000001</c:v>
                </c:pt>
                <c:pt idx="6">
                  <c:v>2.7644799999999998</c:v>
                </c:pt>
                <c:pt idx="7">
                  <c:v>3.7653799999999999</c:v>
                </c:pt>
                <c:pt idx="8">
                  <c:v>4.9396500000000003</c:v>
                </c:pt>
                <c:pt idx="9">
                  <c:v>6.2086100000000002</c:v>
                </c:pt>
                <c:pt idx="10">
                  <c:v>7.6302909999999997</c:v>
                </c:pt>
                <c:pt idx="11">
                  <c:v>9.1333599999999997</c:v>
                </c:pt>
                <c:pt idx="12">
                  <c:v>10.704897000000001</c:v>
                </c:pt>
                <c:pt idx="13">
                  <c:v>12.41067</c:v>
                </c:pt>
                <c:pt idx="14">
                  <c:v>14.21651</c:v>
                </c:pt>
                <c:pt idx="15">
                  <c:v>16.162939999999999</c:v>
                </c:pt>
                <c:pt idx="16">
                  <c:v>18.206980000000001</c:v>
                </c:pt>
                <c:pt idx="17">
                  <c:v>20.3246</c:v>
                </c:pt>
                <c:pt idx="18">
                  <c:v>22.53837</c:v>
                </c:pt>
                <c:pt idx="19">
                  <c:v>24.770350000000001</c:v>
                </c:pt>
                <c:pt idx="20">
                  <c:v>27.031313999999998</c:v>
                </c:pt>
                <c:pt idx="21">
                  <c:v>29.235050000000001</c:v>
                </c:pt>
                <c:pt idx="22">
                  <c:v>31.511469999999999</c:v>
                </c:pt>
                <c:pt idx="23">
                  <c:v>33.755110000000002</c:v>
                </c:pt>
                <c:pt idx="24">
                  <c:v>35.906230000000001</c:v>
                </c:pt>
                <c:pt idx="25">
                  <c:v>38.121459999999999</c:v>
                </c:pt>
                <c:pt idx="26">
                  <c:v>40.284239999999997</c:v>
                </c:pt>
                <c:pt idx="27">
                  <c:v>42.488549999999996</c:v>
                </c:pt>
                <c:pt idx="28">
                  <c:v>44.633110000000002</c:v>
                </c:pt>
                <c:pt idx="29">
                  <c:v>46.784239999999997</c:v>
                </c:pt>
                <c:pt idx="30">
                  <c:v>48.952120000000001</c:v>
                </c:pt>
                <c:pt idx="31">
                  <c:v>51.072650000000003</c:v>
                </c:pt>
                <c:pt idx="32">
                  <c:v>53.182935000000001</c:v>
                </c:pt>
                <c:pt idx="33">
                  <c:v>55.304969999999997</c:v>
                </c:pt>
                <c:pt idx="34">
                  <c:v>57.41384</c:v>
                </c:pt>
                <c:pt idx="35">
                  <c:v>59.403979999999997</c:v>
                </c:pt>
                <c:pt idx="36">
                  <c:v>61.320540000000001</c:v>
                </c:pt>
                <c:pt idx="37">
                  <c:v>63.183929999999997</c:v>
                </c:pt>
                <c:pt idx="38">
                  <c:v>64.986850000000004</c:v>
                </c:pt>
                <c:pt idx="39">
                  <c:v>66.692890000000006</c:v>
                </c:pt>
                <c:pt idx="40">
                  <c:v>68.335431</c:v>
                </c:pt>
                <c:pt idx="41">
                  <c:v>69.874049999999997</c:v>
                </c:pt>
                <c:pt idx="42">
                  <c:v>71.301820000000006</c:v>
                </c:pt>
                <c:pt idx="43">
                  <c:v>72.686610000000002</c:v>
                </c:pt>
                <c:pt idx="44">
                  <c:v>74.027699999999996</c:v>
                </c:pt>
                <c:pt idx="45">
                  <c:v>75.334540000000004</c:v>
                </c:pt>
                <c:pt idx="46">
                  <c:v>76.596230000000006</c:v>
                </c:pt>
                <c:pt idx="47">
                  <c:v>77.863740000000007</c:v>
                </c:pt>
                <c:pt idx="48">
                  <c:v>79.077340000000007</c:v>
                </c:pt>
                <c:pt idx="49">
                  <c:v>80.162739999999999</c:v>
                </c:pt>
                <c:pt idx="50">
                  <c:v>81.169460000000001</c:v>
                </c:pt>
                <c:pt idx="51">
                  <c:v>82.139759999999995</c:v>
                </c:pt>
                <c:pt idx="52">
                  <c:v>83.057609999999997</c:v>
                </c:pt>
                <c:pt idx="53">
                  <c:v>83.912819999999996</c:v>
                </c:pt>
                <c:pt idx="54">
                  <c:v>84.703919999999997</c:v>
                </c:pt>
                <c:pt idx="55">
                  <c:v>85.435289999999995</c:v>
                </c:pt>
                <c:pt idx="56">
                  <c:v>86.109110000000001</c:v>
                </c:pt>
                <c:pt idx="57">
                  <c:v>86.755250000000004</c:v>
                </c:pt>
                <c:pt idx="58">
                  <c:v>87.353309999999993</c:v>
                </c:pt>
                <c:pt idx="59">
                  <c:v>87.898920000000004</c:v>
                </c:pt>
                <c:pt idx="60">
                  <c:v>88.434495999999996</c:v>
                </c:pt>
                <c:pt idx="61">
                  <c:v>88.902730000000005</c:v>
                </c:pt>
                <c:pt idx="62">
                  <c:v>89.346360000000004</c:v>
                </c:pt>
                <c:pt idx="63">
                  <c:v>89.750649999999993</c:v>
                </c:pt>
                <c:pt idx="64">
                  <c:v>90.108320000000006</c:v>
                </c:pt>
                <c:pt idx="65">
                  <c:v>90.430300000000003</c:v>
                </c:pt>
                <c:pt idx="66">
                  <c:v>90.724590000000006</c:v>
                </c:pt>
                <c:pt idx="67">
                  <c:v>90.984650000000002</c:v>
                </c:pt>
                <c:pt idx="68">
                  <c:v>91.210470000000001</c:v>
                </c:pt>
                <c:pt idx="69">
                  <c:v>91.425370000000001</c:v>
                </c:pt>
                <c:pt idx="70">
                  <c:v>91.629329999999996</c:v>
                </c:pt>
                <c:pt idx="71">
                  <c:v>91.833299999999994</c:v>
                </c:pt>
                <c:pt idx="72">
                  <c:v>92.028530000000003</c:v>
                </c:pt>
                <c:pt idx="73">
                  <c:v>92.22157</c:v>
                </c:pt>
                <c:pt idx="74">
                  <c:v>92.378910000000005</c:v>
                </c:pt>
                <c:pt idx="75">
                  <c:v>92.541359999999997</c:v>
                </c:pt>
                <c:pt idx="76">
                  <c:v>92.697249999999997</c:v>
                </c:pt>
                <c:pt idx="77">
                  <c:v>92.848039999999997</c:v>
                </c:pt>
                <c:pt idx="78">
                  <c:v>92.999560000000002</c:v>
                </c:pt>
                <c:pt idx="79">
                  <c:v>93.156170000000003</c:v>
                </c:pt>
                <c:pt idx="80">
                  <c:v>93.324754999999996</c:v>
                </c:pt>
                <c:pt idx="81">
                  <c:v>93.5</c:v>
                </c:pt>
                <c:pt idx="82">
                  <c:v>93.691590000000005</c:v>
                </c:pt>
                <c:pt idx="83">
                  <c:v>93.865690000000001</c:v>
                </c:pt>
                <c:pt idx="84">
                  <c:v>94.031779999999998</c:v>
                </c:pt>
                <c:pt idx="85">
                  <c:v>94.193489999999997</c:v>
                </c:pt>
                <c:pt idx="86">
                  <c:v>94.340639999999993</c:v>
                </c:pt>
                <c:pt idx="87">
                  <c:v>94.48415</c:v>
                </c:pt>
                <c:pt idx="88">
                  <c:v>94.623279999999994</c:v>
                </c:pt>
                <c:pt idx="89">
                  <c:v>94.755129999999994</c:v>
                </c:pt>
                <c:pt idx="90">
                  <c:v>94.883340000000004</c:v>
                </c:pt>
                <c:pt idx="91">
                  <c:v>95.025390000000002</c:v>
                </c:pt>
                <c:pt idx="92">
                  <c:v>95.186369999999997</c:v>
                </c:pt>
                <c:pt idx="93">
                  <c:v>95.349549999999994</c:v>
                </c:pt>
                <c:pt idx="94">
                  <c:v>95.525109999999998</c:v>
                </c:pt>
                <c:pt idx="95">
                  <c:v>95.715959999999995</c:v>
                </c:pt>
                <c:pt idx="96">
                  <c:v>95.89152</c:v>
                </c:pt>
                <c:pt idx="97">
                  <c:v>96.057609999999997</c:v>
                </c:pt>
                <c:pt idx="98">
                  <c:v>96.219319999999996</c:v>
                </c:pt>
                <c:pt idx="99">
                  <c:v>96.383229999999998</c:v>
                </c:pt>
                <c:pt idx="100">
                  <c:v>96.542029999999997</c:v>
                </c:pt>
                <c:pt idx="101">
                  <c:v>96.699370000000002</c:v>
                </c:pt>
                <c:pt idx="102">
                  <c:v>96.841419999999999</c:v>
                </c:pt>
                <c:pt idx="103">
                  <c:v>96.974000000000004</c:v>
                </c:pt>
                <c:pt idx="104">
                  <c:v>97.086910000000003</c:v>
                </c:pt>
                <c:pt idx="105">
                  <c:v>97.196910000000003</c:v>
                </c:pt>
                <c:pt idx="106">
                  <c:v>97.294520000000006</c:v>
                </c:pt>
                <c:pt idx="107">
                  <c:v>97.384119999999996</c:v>
                </c:pt>
                <c:pt idx="108">
                  <c:v>97.447500000000005</c:v>
                </c:pt>
                <c:pt idx="109">
                  <c:v>97.503590000000003</c:v>
                </c:pt>
                <c:pt idx="110">
                  <c:v>97.572789999999998</c:v>
                </c:pt>
                <c:pt idx="111">
                  <c:v>97.633979999999994</c:v>
                </c:pt>
                <c:pt idx="112">
                  <c:v>97.688609999999997</c:v>
                </c:pt>
                <c:pt idx="113">
                  <c:v>97.749080000000006</c:v>
                </c:pt>
                <c:pt idx="114">
                  <c:v>97.812449999999998</c:v>
                </c:pt>
                <c:pt idx="115">
                  <c:v>97.878739999999993</c:v>
                </c:pt>
                <c:pt idx="116">
                  <c:v>97.940659999999994</c:v>
                </c:pt>
                <c:pt idx="117">
                  <c:v>98.005489999999995</c:v>
                </c:pt>
                <c:pt idx="118">
                  <c:v>98.084890000000001</c:v>
                </c:pt>
                <c:pt idx="119">
                  <c:v>98.163570000000007</c:v>
                </c:pt>
                <c:pt idx="120">
                  <c:v>98.257096000000004</c:v>
                </c:pt>
                <c:pt idx="121">
                  <c:v>98.33184</c:v>
                </c:pt>
                <c:pt idx="122">
                  <c:v>98.409779999999998</c:v>
                </c:pt>
                <c:pt idx="123">
                  <c:v>98.488460000000003</c:v>
                </c:pt>
                <c:pt idx="124">
                  <c:v>98.560569999999998</c:v>
                </c:pt>
                <c:pt idx="125">
                  <c:v>98.623949999999994</c:v>
                </c:pt>
                <c:pt idx="126">
                  <c:v>98.682230000000004</c:v>
                </c:pt>
                <c:pt idx="127">
                  <c:v>98.731759999999994</c:v>
                </c:pt>
                <c:pt idx="128">
                  <c:v>98.771100000000004</c:v>
                </c:pt>
                <c:pt idx="129">
                  <c:v>98.803880000000007</c:v>
                </c:pt>
                <c:pt idx="130">
                  <c:v>98.839569999999995</c:v>
                </c:pt>
                <c:pt idx="131">
                  <c:v>98.876720000000006</c:v>
                </c:pt>
                <c:pt idx="132">
                  <c:v>98.912419999999997</c:v>
                </c:pt>
                <c:pt idx="133">
                  <c:v>98.955399999999997</c:v>
                </c:pt>
                <c:pt idx="134">
                  <c:v>99.002750000000006</c:v>
                </c:pt>
                <c:pt idx="135">
                  <c:v>99.044269999999997</c:v>
                </c:pt>
                <c:pt idx="136">
                  <c:v>99.085790000000003</c:v>
                </c:pt>
                <c:pt idx="137">
                  <c:v>99.125129999999999</c:v>
                </c:pt>
                <c:pt idx="138">
                  <c:v>99.161550000000005</c:v>
                </c:pt>
                <c:pt idx="139">
                  <c:v>99.198700000000002</c:v>
                </c:pt>
                <c:pt idx="140">
                  <c:v>99.235849999999999</c:v>
                </c:pt>
                <c:pt idx="141">
                  <c:v>99.277370000000005</c:v>
                </c:pt>
                <c:pt idx="142">
                  <c:v>99.31962</c:v>
                </c:pt>
                <c:pt idx="143">
                  <c:v>99.361149999999995</c:v>
                </c:pt>
                <c:pt idx="144">
                  <c:v>99.397570000000002</c:v>
                </c:pt>
                <c:pt idx="145">
                  <c:v>99.435450000000003</c:v>
                </c:pt>
                <c:pt idx="146">
                  <c:v>99.474779999999996</c:v>
                </c:pt>
                <c:pt idx="147">
                  <c:v>99.514120000000005</c:v>
                </c:pt>
                <c:pt idx="148">
                  <c:v>99.552729999999997</c:v>
                </c:pt>
                <c:pt idx="149">
                  <c:v>99.589879999999994</c:v>
                </c:pt>
                <c:pt idx="150">
                  <c:v>99.618290000000002</c:v>
                </c:pt>
                <c:pt idx="151">
                  <c:v>99.653260000000003</c:v>
                </c:pt>
                <c:pt idx="152">
                  <c:v>99.689679999999996</c:v>
                </c:pt>
                <c:pt idx="153">
                  <c:v>99.726100000000002</c:v>
                </c:pt>
                <c:pt idx="154">
                  <c:v>99.755970000000005</c:v>
                </c:pt>
                <c:pt idx="155">
                  <c:v>99.784379999999999</c:v>
                </c:pt>
                <c:pt idx="156">
                  <c:v>99.813519999999997</c:v>
                </c:pt>
                <c:pt idx="157">
                  <c:v>99.841930000000005</c:v>
                </c:pt>
                <c:pt idx="158">
                  <c:v>99.866690000000006</c:v>
                </c:pt>
                <c:pt idx="159">
                  <c:v>99.890730000000005</c:v>
                </c:pt>
                <c:pt idx="160">
                  <c:v>99.916229999999999</c:v>
                </c:pt>
                <c:pt idx="161">
                  <c:v>99.942449999999994</c:v>
                </c:pt>
                <c:pt idx="162">
                  <c:v>99.964309999999998</c:v>
                </c:pt>
                <c:pt idx="163">
                  <c:v>99.978149999999999</c:v>
                </c:pt>
                <c:pt idx="164">
                  <c:v>99.981059999999999</c:v>
                </c:pt>
                <c:pt idx="165">
                  <c:v>99.983249999999998</c:v>
                </c:pt>
                <c:pt idx="166">
                  <c:v>99.986159999999998</c:v>
                </c:pt>
                <c:pt idx="167">
                  <c:v>99.992720000000006</c:v>
                </c:pt>
                <c:pt idx="168">
                  <c:v>99.998540000000006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25D-4B43-B59A-497EB3C7CCCE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2.5249999999999999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73.395160000000004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F25D-4B43-B59A-497EB3C7CCCE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3.4203109999999999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85.002133999999998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F25D-4B43-B59A-497EB3C7CCCE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1.2250000000000001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80.160421999999997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F25D-4B43-B59A-497EB3C7CCCE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1.360471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85.015159999999995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F25D-4B43-B59A-497EB3C7C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1.7049999999999999E-2</c:v>
                </c:pt>
                <c:pt idx="2">
                  <c:v>7.0309999999999997E-2</c:v>
                </c:pt>
                <c:pt idx="3">
                  <c:v>0.17343</c:v>
                </c:pt>
                <c:pt idx="4">
                  <c:v>0.33581100000000003</c:v>
                </c:pt>
                <c:pt idx="5">
                  <c:v>0.57506999999999997</c:v>
                </c:pt>
                <c:pt idx="6">
                  <c:v>0.88277000000000005</c:v>
                </c:pt>
                <c:pt idx="7">
                  <c:v>1.26431</c:v>
                </c:pt>
                <c:pt idx="8">
                  <c:v>1.70146</c:v>
                </c:pt>
                <c:pt idx="9">
                  <c:v>2.1864699999999999</c:v>
                </c:pt>
                <c:pt idx="10">
                  <c:v>2.7155960000000001</c:v>
                </c:pt>
                <c:pt idx="11">
                  <c:v>3.2998099999999999</c:v>
                </c:pt>
                <c:pt idx="12">
                  <c:v>3.9257330000000001</c:v>
                </c:pt>
                <c:pt idx="13">
                  <c:v>4.60351</c:v>
                </c:pt>
                <c:pt idx="14">
                  <c:v>5.3203800000000001</c:v>
                </c:pt>
                <c:pt idx="15">
                  <c:v>6.0754599999999996</c:v>
                </c:pt>
                <c:pt idx="16">
                  <c:v>6.8559400000000004</c:v>
                </c:pt>
                <c:pt idx="17">
                  <c:v>7.6718099999999998</c:v>
                </c:pt>
                <c:pt idx="18">
                  <c:v>8.5162499999999994</c:v>
                </c:pt>
                <c:pt idx="19">
                  <c:v>9.4004399999999997</c:v>
                </c:pt>
                <c:pt idx="20">
                  <c:v>10.327571000000001</c:v>
                </c:pt>
                <c:pt idx="21">
                  <c:v>11.294140000000001</c:v>
                </c:pt>
                <c:pt idx="22">
                  <c:v>12.28673</c:v>
                </c:pt>
                <c:pt idx="23">
                  <c:v>13.29519</c:v>
                </c:pt>
                <c:pt idx="24">
                  <c:v>14.337160000000001</c:v>
                </c:pt>
                <c:pt idx="25">
                  <c:v>15.40053</c:v>
                </c:pt>
                <c:pt idx="26">
                  <c:v>16.481660000000002</c:v>
                </c:pt>
                <c:pt idx="27">
                  <c:v>17.58371</c:v>
                </c:pt>
                <c:pt idx="28">
                  <c:v>18.700230000000001</c:v>
                </c:pt>
                <c:pt idx="29">
                  <c:v>19.832380000000001</c:v>
                </c:pt>
                <c:pt idx="30">
                  <c:v>20.977820000000001</c:v>
                </c:pt>
                <c:pt idx="31">
                  <c:v>22.113969999999998</c:v>
                </c:pt>
                <c:pt idx="32">
                  <c:v>23.253741000000002</c:v>
                </c:pt>
                <c:pt idx="33">
                  <c:v>24.424019999999999</c:v>
                </c:pt>
                <c:pt idx="34">
                  <c:v>25.57404</c:v>
                </c:pt>
                <c:pt idx="35">
                  <c:v>26.732060000000001</c:v>
                </c:pt>
                <c:pt idx="36">
                  <c:v>27.894549999999999</c:v>
                </c:pt>
                <c:pt idx="37">
                  <c:v>29.055980000000002</c:v>
                </c:pt>
                <c:pt idx="38">
                  <c:v>30.21283</c:v>
                </c:pt>
                <c:pt idx="39">
                  <c:v>31.362500000000001</c:v>
                </c:pt>
                <c:pt idx="40">
                  <c:v>32.504655</c:v>
                </c:pt>
                <c:pt idx="41">
                  <c:v>33.669719999999998</c:v>
                </c:pt>
                <c:pt idx="42">
                  <c:v>34.826799999999999</c:v>
                </c:pt>
                <c:pt idx="43">
                  <c:v>35.974119999999999</c:v>
                </c:pt>
                <c:pt idx="44">
                  <c:v>37.10792</c:v>
                </c:pt>
                <c:pt idx="45">
                  <c:v>38.222679999999997</c:v>
                </c:pt>
                <c:pt idx="46">
                  <c:v>39.31897</c:v>
                </c:pt>
                <c:pt idx="47">
                  <c:v>40.392209999999999</c:v>
                </c:pt>
                <c:pt idx="48">
                  <c:v>41.450409999999998</c:v>
                </c:pt>
                <c:pt idx="49">
                  <c:v>42.517780000000002</c:v>
                </c:pt>
                <c:pt idx="50">
                  <c:v>43.552700000000002</c:v>
                </c:pt>
                <c:pt idx="51">
                  <c:v>44.572450000000003</c:v>
                </c:pt>
                <c:pt idx="52">
                  <c:v>45.572800000000001</c:v>
                </c:pt>
                <c:pt idx="53">
                  <c:v>46.555860000000003</c:v>
                </c:pt>
                <c:pt idx="54">
                  <c:v>47.54457</c:v>
                </c:pt>
                <c:pt idx="55">
                  <c:v>48.503059999999998</c:v>
                </c:pt>
                <c:pt idx="56">
                  <c:v>49.43533</c:v>
                </c:pt>
                <c:pt idx="57">
                  <c:v>50.350439999999999</c:v>
                </c:pt>
                <c:pt idx="58">
                  <c:v>51.23639</c:v>
                </c:pt>
                <c:pt idx="59">
                  <c:v>52.098230000000001</c:v>
                </c:pt>
                <c:pt idx="60">
                  <c:v>52.928781999999998</c:v>
                </c:pt>
                <c:pt idx="61">
                  <c:v>53.739139999999999</c:v>
                </c:pt>
                <c:pt idx="62">
                  <c:v>54.5349</c:v>
                </c:pt>
                <c:pt idx="63">
                  <c:v>55.308920000000001</c:v>
                </c:pt>
                <c:pt idx="64">
                  <c:v>56.070700000000002</c:v>
                </c:pt>
                <c:pt idx="65">
                  <c:v>56.80697</c:v>
                </c:pt>
                <c:pt idx="66">
                  <c:v>57.544420000000002</c:v>
                </c:pt>
                <c:pt idx="67">
                  <c:v>58.27187</c:v>
                </c:pt>
                <c:pt idx="68">
                  <c:v>58.987209999999997</c:v>
                </c:pt>
                <c:pt idx="69">
                  <c:v>59.690910000000002</c:v>
                </c:pt>
                <c:pt idx="70">
                  <c:v>60.375210000000003</c:v>
                </c:pt>
                <c:pt idx="71">
                  <c:v>61.045760000000001</c:v>
                </c:pt>
                <c:pt idx="72">
                  <c:v>61.70055</c:v>
                </c:pt>
                <c:pt idx="73">
                  <c:v>62.328290000000003</c:v>
                </c:pt>
                <c:pt idx="74">
                  <c:v>62.945219999999999</c:v>
                </c:pt>
                <c:pt idx="75">
                  <c:v>63.566029999999998</c:v>
                </c:pt>
                <c:pt idx="76">
                  <c:v>64.170730000000006</c:v>
                </c:pt>
                <c:pt idx="77">
                  <c:v>64.775670000000005</c:v>
                </c:pt>
                <c:pt idx="78">
                  <c:v>65.388480000000001</c:v>
                </c:pt>
                <c:pt idx="79">
                  <c:v>65.99436</c:v>
                </c:pt>
                <c:pt idx="80">
                  <c:v>66.576559000000003</c:v>
                </c:pt>
                <c:pt idx="81">
                  <c:v>67.172129999999996</c:v>
                </c:pt>
                <c:pt idx="82">
                  <c:v>67.74391</c:v>
                </c:pt>
                <c:pt idx="83">
                  <c:v>68.320980000000006</c:v>
                </c:pt>
                <c:pt idx="84">
                  <c:v>68.887469999999993</c:v>
                </c:pt>
                <c:pt idx="85">
                  <c:v>69.444320000000005</c:v>
                </c:pt>
                <c:pt idx="86">
                  <c:v>69.988820000000004</c:v>
                </c:pt>
                <c:pt idx="87">
                  <c:v>70.515680000000003</c:v>
                </c:pt>
                <c:pt idx="88">
                  <c:v>71.025499999999994</c:v>
                </c:pt>
                <c:pt idx="89">
                  <c:v>71.524029999999996</c:v>
                </c:pt>
                <c:pt idx="90">
                  <c:v>72.006919999999994</c:v>
                </c:pt>
                <c:pt idx="91">
                  <c:v>72.480519999999999</c:v>
                </c:pt>
                <c:pt idx="92">
                  <c:v>72.929779999999994</c:v>
                </c:pt>
                <c:pt idx="93">
                  <c:v>73.367639999999994</c:v>
                </c:pt>
                <c:pt idx="94">
                  <c:v>73.793509999999998</c:v>
                </c:pt>
                <c:pt idx="95">
                  <c:v>74.203500000000005</c:v>
                </c:pt>
                <c:pt idx="96">
                  <c:v>74.602680000000007</c:v>
                </c:pt>
                <c:pt idx="97">
                  <c:v>74.993859999999998</c:v>
                </c:pt>
                <c:pt idx="98">
                  <c:v>75.372690000000006</c:v>
                </c:pt>
                <c:pt idx="99">
                  <c:v>75.744119999999995</c:v>
                </c:pt>
                <c:pt idx="100">
                  <c:v>76.104140000000001</c:v>
                </c:pt>
                <c:pt idx="101">
                  <c:v>76.456639999999993</c:v>
                </c:pt>
                <c:pt idx="102">
                  <c:v>76.805019999999999</c:v>
                </c:pt>
                <c:pt idx="103">
                  <c:v>77.156220000000005</c:v>
                </c:pt>
                <c:pt idx="104">
                  <c:v>77.505309999999994</c:v>
                </c:pt>
                <c:pt idx="105">
                  <c:v>77.850750000000005</c:v>
                </c:pt>
                <c:pt idx="106">
                  <c:v>78.188550000000006</c:v>
                </c:pt>
                <c:pt idx="107">
                  <c:v>78.522829999999999</c:v>
                </c:pt>
                <c:pt idx="108">
                  <c:v>78.861689999999996</c:v>
                </c:pt>
                <c:pt idx="109">
                  <c:v>79.191490000000002</c:v>
                </c:pt>
                <c:pt idx="110">
                  <c:v>79.515420000000006</c:v>
                </c:pt>
                <c:pt idx="111">
                  <c:v>79.832759999999993</c:v>
                </c:pt>
                <c:pt idx="112">
                  <c:v>80.143870000000007</c:v>
                </c:pt>
                <c:pt idx="113">
                  <c:v>80.447220000000002</c:v>
                </c:pt>
                <c:pt idx="114">
                  <c:v>80.750209999999996</c:v>
                </c:pt>
                <c:pt idx="115">
                  <c:v>81.038989999999998</c:v>
                </c:pt>
                <c:pt idx="116">
                  <c:v>81.32047</c:v>
                </c:pt>
                <c:pt idx="117">
                  <c:v>81.59948</c:v>
                </c:pt>
                <c:pt idx="118">
                  <c:v>81.882720000000006</c:v>
                </c:pt>
                <c:pt idx="119">
                  <c:v>82.163849999999996</c:v>
                </c:pt>
                <c:pt idx="120">
                  <c:v>82.457295000000002</c:v>
                </c:pt>
                <c:pt idx="121">
                  <c:v>82.725750000000005</c:v>
                </c:pt>
                <c:pt idx="122">
                  <c:v>83.004649999999998</c:v>
                </c:pt>
                <c:pt idx="123">
                  <c:v>83.280950000000004</c:v>
                </c:pt>
                <c:pt idx="124">
                  <c:v>83.555970000000002</c:v>
                </c:pt>
                <c:pt idx="125">
                  <c:v>83.830389999999994</c:v>
                </c:pt>
                <c:pt idx="126">
                  <c:v>84.104939999999999</c:v>
                </c:pt>
                <c:pt idx="127">
                  <c:v>84.389830000000003</c:v>
                </c:pt>
                <c:pt idx="128">
                  <c:v>84.668369999999996</c:v>
                </c:pt>
                <c:pt idx="129">
                  <c:v>84.945030000000003</c:v>
                </c:pt>
                <c:pt idx="130">
                  <c:v>85.202520000000007</c:v>
                </c:pt>
                <c:pt idx="131">
                  <c:v>85.452960000000004</c:v>
                </c:pt>
                <c:pt idx="132">
                  <c:v>85.701170000000005</c:v>
                </c:pt>
                <c:pt idx="133">
                  <c:v>85.945139999999995</c:v>
                </c:pt>
                <c:pt idx="134">
                  <c:v>86.187700000000007</c:v>
                </c:pt>
                <c:pt idx="135">
                  <c:v>86.423559999999995</c:v>
                </c:pt>
                <c:pt idx="136">
                  <c:v>86.653549999999996</c:v>
                </c:pt>
                <c:pt idx="137">
                  <c:v>86.87988</c:v>
                </c:pt>
                <c:pt idx="138">
                  <c:v>87.094229999999996</c:v>
                </c:pt>
                <c:pt idx="139">
                  <c:v>87.299869999999999</c:v>
                </c:pt>
                <c:pt idx="140">
                  <c:v>87.493520000000004</c:v>
                </c:pt>
                <c:pt idx="141">
                  <c:v>87.688109999999995</c:v>
                </c:pt>
                <c:pt idx="142">
                  <c:v>87.882109999999997</c:v>
                </c:pt>
                <c:pt idx="143">
                  <c:v>88.081410000000005</c:v>
                </c:pt>
                <c:pt idx="144">
                  <c:v>88.279759999999996</c:v>
                </c:pt>
                <c:pt idx="145">
                  <c:v>88.474819999999994</c:v>
                </c:pt>
                <c:pt idx="146">
                  <c:v>88.656239999999997</c:v>
                </c:pt>
                <c:pt idx="147">
                  <c:v>88.83108</c:v>
                </c:pt>
                <c:pt idx="148">
                  <c:v>89.003680000000003</c:v>
                </c:pt>
                <c:pt idx="149">
                  <c:v>89.165350000000004</c:v>
                </c:pt>
                <c:pt idx="150">
                  <c:v>89.331019999999995</c:v>
                </c:pt>
                <c:pt idx="151">
                  <c:v>89.483990000000006</c:v>
                </c:pt>
                <c:pt idx="152">
                  <c:v>89.63449</c:v>
                </c:pt>
                <c:pt idx="153">
                  <c:v>89.787809999999993</c:v>
                </c:pt>
                <c:pt idx="154">
                  <c:v>89.940309999999997</c:v>
                </c:pt>
                <c:pt idx="155">
                  <c:v>90.091279999999998</c:v>
                </c:pt>
                <c:pt idx="156">
                  <c:v>90.237780000000001</c:v>
                </c:pt>
                <c:pt idx="157">
                  <c:v>90.381569999999996</c:v>
                </c:pt>
                <c:pt idx="158">
                  <c:v>90.518079999999998</c:v>
                </c:pt>
                <c:pt idx="159">
                  <c:v>90.646119999999996</c:v>
                </c:pt>
                <c:pt idx="160">
                  <c:v>90.771230000000003</c:v>
                </c:pt>
                <c:pt idx="161">
                  <c:v>90.898679999999999</c:v>
                </c:pt>
                <c:pt idx="162">
                  <c:v>91.030010000000004</c:v>
                </c:pt>
                <c:pt idx="163">
                  <c:v>91.160529999999994</c:v>
                </c:pt>
                <c:pt idx="164">
                  <c:v>91.289510000000007</c:v>
                </c:pt>
                <c:pt idx="165">
                  <c:v>91.420019999999994</c:v>
                </c:pt>
                <c:pt idx="166">
                  <c:v>91.550880000000006</c:v>
                </c:pt>
                <c:pt idx="167">
                  <c:v>91.677160000000001</c:v>
                </c:pt>
                <c:pt idx="168">
                  <c:v>91.802850000000007</c:v>
                </c:pt>
                <c:pt idx="169">
                  <c:v>91.925129999999996</c:v>
                </c:pt>
                <c:pt idx="170">
                  <c:v>92.049289999999999</c:v>
                </c:pt>
                <c:pt idx="171">
                  <c:v>92.168400000000005</c:v>
                </c:pt>
                <c:pt idx="172">
                  <c:v>92.286559999999994</c:v>
                </c:pt>
                <c:pt idx="173">
                  <c:v>92.395790000000005</c:v>
                </c:pt>
                <c:pt idx="174">
                  <c:v>92.504909999999995</c:v>
                </c:pt>
                <c:pt idx="175">
                  <c:v>92.613309999999998</c:v>
                </c:pt>
                <c:pt idx="176">
                  <c:v>92.713610000000003</c:v>
                </c:pt>
                <c:pt idx="177">
                  <c:v>92.815550000000002</c:v>
                </c:pt>
                <c:pt idx="178">
                  <c:v>92.913839999999993</c:v>
                </c:pt>
                <c:pt idx="179">
                  <c:v>93.017189999999999</c:v>
                </c:pt>
                <c:pt idx="180">
                  <c:v>93.120890000000003</c:v>
                </c:pt>
                <c:pt idx="181">
                  <c:v>93.224130000000002</c:v>
                </c:pt>
                <c:pt idx="182">
                  <c:v>93.315370000000001</c:v>
                </c:pt>
                <c:pt idx="183">
                  <c:v>93.402019999999993</c:v>
                </c:pt>
                <c:pt idx="184">
                  <c:v>93.487970000000004</c:v>
                </c:pt>
                <c:pt idx="185">
                  <c:v>93.573210000000003</c:v>
                </c:pt>
                <c:pt idx="186">
                  <c:v>93.650459999999995</c:v>
                </c:pt>
                <c:pt idx="187">
                  <c:v>93.726889999999997</c:v>
                </c:pt>
                <c:pt idx="188">
                  <c:v>93.797200000000004</c:v>
                </c:pt>
                <c:pt idx="189">
                  <c:v>93.865629999999996</c:v>
                </c:pt>
                <c:pt idx="190">
                  <c:v>93.938180000000003</c:v>
                </c:pt>
                <c:pt idx="191">
                  <c:v>94.010720000000006</c:v>
                </c:pt>
                <c:pt idx="192">
                  <c:v>94.084789999999998</c:v>
                </c:pt>
                <c:pt idx="193">
                  <c:v>94.156400000000005</c:v>
                </c:pt>
                <c:pt idx="194">
                  <c:v>94.224010000000007</c:v>
                </c:pt>
                <c:pt idx="195">
                  <c:v>94.287379999999999</c:v>
                </c:pt>
                <c:pt idx="196">
                  <c:v>94.351110000000006</c:v>
                </c:pt>
                <c:pt idx="197">
                  <c:v>94.420479999999998</c:v>
                </c:pt>
                <c:pt idx="198">
                  <c:v>94.494320000000002</c:v>
                </c:pt>
                <c:pt idx="199">
                  <c:v>94.572860000000006</c:v>
                </c:pt>
                <c:pt idx="200">
                  <c:v>94.660664999999995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52-4CFA-837F-0C3F51216A0D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5.8999999999999997E-2</c:v>
                </c:pt>
                <c:pt idx="2">
                  <c:v>0.24185000000000001</c:v>
                </c:pt>
                <c:pt idx="3">
                  <c:v>0.55508000000000002</c:v>
                </c:pt>
                <c:pt idx="4">
                  <c:v>1.0168509999999999</c:v>
                </c:pt>
                <c:pt idx="5">
                  <c:v>1.6608799999999999</c:v>
                </c:pt>
                <c:pt idx="6">
                  <c:v>2.4628999999999999</c:v>
                </c:pt>
                <c:pt idx="7">
                  <c:v>3.4652599999999998</c:v>
                </c:pt>
                <c:pt idx="8">
                  <c:v>4.57979</c:v>
                </c:pt>
                <c:pt idx="9">
                  <c:v>5.77956</c:v>
                </c:pt>
                <c:pt idx="10">
                  <c:v>7.0981769999999997</c:v>
                </c:pt>
                <c:pt idx="11">
                  <c:v>8.51126</c:v>
                </c:pt>
                <c:pt idx="12">
                  <c:v>10.054468</c:v>
                </c:pt>
                <c:pt idx="13">
                  <c:v>11.70772</c:v>
                </c:pt>
                <c:pt idx="14">
                  <c:v>13.43561</c:v>
                </c:pt>
                <c:pt idx="15">
                  <c:v>15.284420000000001</c:v>
                </c:pt>
                <c:pt idx="16">
                  <c:v>17.18205</c:v>
                </c:pt>
                <c:pt idx="17">
                  <c:v>19.136489999999998</c:v>
                </c:pt>
                <c:pt idx="18">
                  <c:v>21.13391</c:v>
                </c:pt>
                <c:pt idx="19">
                  <c:v>23.168479999999999</c:v>
                </c:pt>
                <c:pt idx="20">
                  <c:v>25.271567000000001</c:v>
                </c:pt>
                <c:pt idx="21">
                  <c:v>27.427029999999998</c:v>
                </c:pt>
                <c:pt idx="22">
                  <c:v>29.632059999999999</c:v>
                </c:pt>
                <c:pt idx="23">
                  <c:v>31.84947</c:v>
                </c:pt>
                <c:pt idx="24">
                  <c:v>34.157940000000004</c:v>
                </c:pt>
                <c:pt idx="25">
                  <c:v>36.526150000000001</c:v>
                </c:pt>
                <c:pt idx="26">
                  <c:v>38.906010000000002</c:v>
                </c:pt>
                <c:pt idx="27">
                  <c:v>41.315010000000001</c:v>
                </c:pt>
                <c:pt idx="28">
                  <c:v>43.721089999999997</c:v>
                </c:pt>
                <c:pt idx="29">
                  <c:v>46.104590000000002</c:v>
                </c:pt>
                <c:pt idx="30">
                  <c:v>48.446570000000001</c:v>
                </c:pt>
                <c:pt idx="31">
                  <c:v>50.725900000000003</c:v>
                </c:pt>
                <c:pt idx="32">
                  <c:v>52.957698999999998</c:v>
                </c:pt>
                <c:pt idx="33">
                  <c:v>55.245229999999999</c:v>
                </c:pt>
                <c:pt idx="34">
                  <c:v>57.395629999999997</c:v>
                </c:pt>
                <c:pt idx="35">
                  <c:v>59.470269999999999</c:v>
                </c:pt>
                <c:pt idx="36">
                  <c:v>61.531790000000001</c:v>
                </c:pt>
                <c:pt idx="37">
                  <c:v>63.524839999999998</c:v>
                </c:pt>
                <c:pt idx="38">
                  <c:v>65.466170000000005</c:v>
                </c:pt>
                <c:pt idx="39">
                  <c:v>67.336119999999994</c:v>
                </c:pt>
                <c:pt idx="40">
                  <c:v>69.054474999999996</c:v>
                </c:pt>
                <c:pt idx="41">
                  <c:v>70.860380000000006</c:v>
                </c:pt>
                <c:pt idx="42">
                  <c:v>72.554760000000002</c:v>
                </c:pt>
                <c:pt idx="43">
                  <c:v>74.190870000000004</c:v>
                </c:pt>
                <c:pt idx="44">
                  <c:v>75.786910000000006</c:v>
                </c:pt>
                <c:pt idx="45">
                  <c:v>77.285340000000005</c:v>
                </c:pt>
                <c:pt idx="46">
                  <c:v>78.702190000000002</c:v>
                </c:pt>
                <c:pt idx="47">
                  <c:v>80.060749999999999</c:v>
                </c:pt>
                <c:pt idx="48">
                  <c:v>81.375609999999995</c:v>
                </c:pt>
                <c:pt idx="49">
                  <c:v>82.678820000000002</c:v>
                </c:pt>
                <c:pt idx="50">
                  <c:v>83.864739999999998</c:v>
                </c:pt>
                <c:pt idx="51">
                  <c:v>85.029539999999997</c:v>
                </c:pt>
                <c:pt idx="52">
                  <c:v>86.120760000000004</c:v>
                </c:pt>
                <c:pt idx="53">
                  <c:v>87.120930000000001</c:v>
                </c:pt>
                <c:pt idx="54">
                  <c:v>88.057720000000003</c:v>
                </c:pt>
                <c:pt idx="55">
                  <c:v>88.871409999999997</c:v>
                </c:pt>
                <c:pt idx="56">
                  <c:v>89.621709999999993</c:v>
                </c:pt>
                <c:pt idx="57">
                  <c:v>90.334869999999995</c:v>
                </c:pt>
                <c:pt idx="58">
                  <c:v>90.986109999999996</c:v>
                </c:pt>
                <c:pt idx="59">
                  <c:v>91.580529999999996</c:v>
                </c:pt>
                <c:pt idx="60">
                  <c:v>92.086342999999999</c:v>
                </c:pt>
                <c:pt idx="61">
                  <c:v>92.576319999999996</c:v>
                </c:pt>
                <c:pt idx="62">
                  <c:v>93.034520000000001</c:v>
                </c:pt>
                <c:pt idx="63">
                  <c:v>93.481790000000004</c:v>
                </c:pt>
                <c:pt idx="64">
                  <c:v>93.905019999999993</c:v>
                </c:pt>
                <c:pt idx="65">
                  <c:v>94.2911</c:v>
                </c:pt>
                <c:pt idx="66">
                  <c:v>94.689570000000003</c:v>
                </c:pt>
                <c:pt idx="67">
                  <c:v>95.077110000000005</c:v>
                </c:pt>
                <c:pt idx="68">
                  <c:v>95.429680000000005</c:v>
                </c:pt>
                <c:pt idx="69">
                  <c:v>95.745829999999998</c:v>
                </c:pt>
                <c:pt idx="70">
                  <c:v>95.997870000000006</c:v>
                </c:pt>
                <c:pt idx="71">
                  <c:v>96.229519999999994</c:v>
                </c:pt>
                <c:pt idx="72">
                  <c:v>96.430570000000003</c:v>
                </c:pt>
                <c:pt idx="73">
                  <c:v>96.615600000000001</c:v>
                </c:pt>
                <c:pt idx="74">
                  <c:v>96.758380000000002</c:v>
                </c:pt>
                <c:pt idx="75">
                  <c:v>96.881489999999999</c:v>
                </c:pt>
                <c:pt idx="76">
                  <c:v>96.994399999999999</c:v>
                </c:pt>
                <c:pt idx="77">
                  <c:v>97.095650000000006</c:v>
                </c:pt>
                <c:pt idx="78">
                  <c:v>97.191079999999999</c:v>
                </c:pt>
                <c:pt idx="79">
                  <c:v>97.274119999999996</c:v>
                </c:pt>
                <c:pt idx="80">
                  <c:v>97.334259000000003</c:v>
                </c:pt>
                <c:pt idx="81">
                  <c:v>97.392859999999999</c:v>
                </c:pt>
                <c:pt idx="82">
                  <c:v>97.45478</c:v>
                </c:pt>
                <c:pt idx="83">
                  <c:v>97.517430000000004</c:v>
                </c:pt>
                <c:pt idx="84">
                  <c:v>97.588089999999994</c:v>
                </c:pt>
                <c:pt idx="85">
                  <c:v>97.656559999999999</c:v>
                </c:pt>
                <c:pt idx="86">
                  <c:v>97.722849999999994</c:v>
                </c:pt>
                <c:pt idx="87">
                  <c:v>97.794970000000006</c:v>
                </c:pt>
                <c:pt idx="88">
                  <c:v>97.859070000000003</c:v>
                </c:pt>
                <c:pt idx="89">
                  <c:v>97.926820000000006</c:v>
                </c:pt>
                <c:pt idx="90">
                  <c:v>97.982910000000004</c:v>
                </c:pt>
                <c:pt idx="91">
                  <c:v>98.033900000000003</c:v>
                </c:pt>
                <c:pt idx="92">
                  <c:v>98.08708</c:v>
                </c:pt>
                <c:pt idx="93">
                  <c:v>98.138800000000003</c:v>
                </c:pt>
                <c:pt idx="94">
                  <c:v>98.191980000000001</c:v>
                </c:pt>
                <c:pt idx="95">
                  <c:v>98.248800000000003</c:v>
                </c:pt>
                <c:pt idx="96">
                  <c:v>98.312899999999999</c:v>
                </c:pt>
                <c:pt idx="97">
                  <c:v>98.388660000000002</c:v>
                </c:pt>
                <c:pt idx="98">
                  <c:v>98.4666</c:v>
                </c:pt>
                <c:pt idx="99">
                  <c:v>98.548190000000005</c:v>
                </c:pt>
                <c:pt idx="100">
                  <c:v>98.626140000000007</c:v>
                </c:pt>
                <c:pt idx="101">
                  <c:v>98.701890000000006</c:v>
                </c:pt>
                <c:pt idx="102">
                  <c:v>98.775469999999999</c:v>
                </c:pt>
                <c:pt idx="103">
                  <c:v>98.842489999999998</c:v>
                </c:pt>
                <c:pt idx="104">
                  <c:v>98.907319999999999</c:v>
                </c:pt>
                <c:pt idx="105">
                  <c:v>98.969239999999999</c:v>
                </c:pt>
                <c:pt idx="106">
                  <c:v>99.024600000000007</c:v>
                </c:pt>
                <c:pt idx="107">
                  <c:v>99.076319999999996</c:v>
                </c:pt>
                <c:pt idx="108">
                  <c:v>99.125860000000003</c:v>
                </c:pt>
                <c:pt idx="109">
                  <c:v>99.173199999999994</c:v>
                </c:pt>
                <c:pt idx="110">
                  <c:v>99.219830000000002</c:v>
                </c:pt>
                <c:pt idx="111">
                  <c:v>99.258430000000004</c:v>
                </c:pt>
                <c:pt idx="112">
                  <c:v>99.289029999999997</c:v>
                </c:pt>
                <c:pt idx="113">
                  <c:v>99.311610000000002</c:v>
                </c:pt>
                <c:pt idx="114">
                  <c:v>99.331280000000007</c:v>
                </c:pt>
                <c:pt idx="115">
                  <c:v>99.350219999999993</c:v>
                </c:pt>
                <c:pt idx="116">
                  <c:v>99.374989999999997</c:v>
                </c:pt>
                <c:pt idx="117">
                  <c:v>99.398300000000006</c:v>
                </c:pt>
                <c:pt idx="118">
                  <c:v>99.428889999999996</c:v>
                </c:pt>
                <c:pt idx="119">
                  <c:v>99.462400000000002</c:v>
                </c:pt>
                <c:pt idx="120">
                  <c:v>99.504344000000003</c:v>
                </c:pt>
                <c:pt idx="121">
                  <c:v>99.539619999999999</c:v>
                </c:pt>
                <c:pt idx="122">
                  <c:v>99.573849999999993</c:v>
                </c:pt>
                <c:pt idx="123">
                  <c:v>99.60736</c:v>
                </c:pt>
                <c:pt idx="124">
                  <c:v>99.637230000000002</c:v>
                </c:pt>
                <c:pt idx="125">
                  <c:v>99.664910000000006</c:v>
                </c:pt>
                <c:pt idx="126">
                  <c:v>99.691140000000004</c:v>
                </c:pt>
                <c:pt idx="127">
                  <c:v>99.710080000000005</c:v>
                </c:pt>
                <c:pt idx="128">
                  <c:v>99.726830000000007</c:v>
                </c:pt>
                <c:pt idx="129">
                  <c:v>99.745769999999993</c:v>
                </c:pt>
                <c:pt idx="130">
                  <c:v>99.765439999999998</c:v>
                </c:pt>
                <c:pt idx="131">
                  <c:v>99.786559999999994</c:v>
                </c:pt>
                <c:pt idx="132">
                  <c:v>99.807689999999994</c:v>
                </c:pt>
                <c:pt idx="133">
                  <c:v>99.832459999999998</c:v>
                </c:pt>
                <c:pt idx="134">
                  <c:v>99.852850000000004</c:v>
                </c:pt>
                <c:pt idx="135">
                  <c:v>99.87106</c:v>
                </c:pt>
                <c:pt idx="136">
                  <c:v>99.881259999999997</c:v>
                </c:pt>
                <c:pt idx="137">
                  <c:v>99.886359999999996</c:v>
                </c:pt>
                <c:pt idx="138">
                  <c:v>99.887090000000001</c:v>
                </c:pt>
                <c:pt idx="139">
                  <c:v>99.887090000000001</c:v>
                </c:pt>
                <c:pt idx="140">
                  <c:v>99.887090000000001</c:v>
                </c:pt>
                <c:pt idx="141">
                  <c:v>99.887090000000001</c:v>
                </c:pt>
                <c:pt idx="142">
                  <c:v>99.887820000000005</c:v>
                </c:pt>
                <c:pt idx="143">
                  <c:v>99.890730000000005</c:v>
                </c:pt>
                <c:pt idx="144">
                  <c:v>99.896559999999994</c:v>
                </c:pt>
                <c:pt idx="145">
                  <c:v>99.903840000000002</c:v>
                </c:pt>
                <c:pt idx="146">
                  <c:v>99.915499999999994</c:v>
                </c:pt>
                <c:pt idx="147">
                  <c:v>99.926429999999996</c:v>
                </c:pt>
                <c:pt idx="148">
                  <c:v>99.937349999999995</c:v>
                </c:pt>
                <c:pt idx="149">
                  <c:v>99.948279999999997</c:v>
                </c:pt>
                <c:pt idx="150">
                  <c:v>99.958479999999994</c:v>
                </c:pt>
                <c:pt idx="151">
                  <c:v>99.969399999999993</c:v>
                </c:pt>
                <c:pt idx="152">
                  <c:v>99.979600000000005</c:v>
                </c:pt>
                <c:pt idx="153">
                  <c:v>99.989069999999998</c:v>
                </c:pt>
                <c:pt idx="154">
                  <c:v>99.996359999999996</c:v>
                </c:pt>
                <c:pt idx="155">
                  <c:v>99.999269999999996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52-4CFA-837F-0C3F51216A0D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2.2749999999999999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72.476528999999999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C52-4CFA-837F-0C3F51216A0D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3.2294559999999999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85.001643999999999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C52-4CFA-837F-0C3F51216A0D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1.125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77.234316000000007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9C52-4CFA-837F-0C3F51216A0D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1.2757480000000001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85.027760999999998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9C52-4CFA-837F-0C3F51216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我们先从上海社区公共服务切入，观察人民城市的理念怎样进入普通人的日常生活。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5665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建议讲述：15秒</a:t>
            </a:r>
          </a:p>
          <a:p/>
          <a:p>
            <a:r>
              <a:t>讲稿原文</a:t>
            </a:r>
          </a:p>
          <a:p>
            <a:r>
              <a:t>这一表述可以追溯到 2015 年 12 月的中央城市工作会议，会议提出："坚持以人民为中心的发展思想，坚持人民城市为人民。"</a:t>
            </a:r>
          </a:p>
          <a:p/>
          <a:p>
            <a:r>
              <a:t>数据来源与完整口径</a:t>
            </a:r>
          </a:p>
          <a:p>
            <a:r>
              <a:t>2015年12月20日至21日召开的中央城市工作会议，已经明确提出坚持以人民为中心的发展思想，坚持人民城市为人民。这说明相关表述已经进入当时的中央城市工作部署。它与2019年完整重要理念的首次提出需要区分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244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/>
          <a:p>
            <a:r>
              <a:t>讲稿原文</a:t>
            </a:r>
          </a:p>
          <a:p>
            <a:r>
              <a:t>2019 年 11 月，习近平总书记在上海杨浦滨江考察时，完整提出了"人民城市人民建，人民城市为人民"。杨浦滨江过去是老工业区，后来改造成市民散步、健身的公共空间。"为人民"回答城市为谁而建，"人民建"回答谁来建；城市建设得好不好，最终要由生活在其中的人来判断。</a:t>
            </a:r>
          </a:p>
          <a:p/>
          <a:p>
            <a:r>
              <a:t>数据来源与完整口径</a:t>
            </a:r>
          </a:p>
          <a:p>
            <a:r>
              <a:t>2019年11月2日下午，习近平总书记来到杨浦滨江公共空间杨树浦水厂滨江段考察，与休闲健身的市民交流，并提出人民城市人民建，人民城市为人民的重要理念。工业滨江转为市民可以使用的公共空间，是理解这一理念的具体场景。</a:t>
            </a:r>
          </a:p>
          <a:p/>
          <a:p>
            <a:r>
              <a:t>来源：</a:t>
            </a:r>
          </a:p>
          <a:p>
            <a:r>
              <a:t>https://cpc.people.com.cn/n1/2019/1103/c64094-31434692.html</a:t>
            </a:r>
          </a:p>
          <a:p>
            <a:r>
              <a:t>https://www.shanghai.gov.cn/nw4411/20241102/fcb650016bba4c0ebf1a633c9dbada9a.html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526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2015.12 中央城市工作会议 明确人民城市为人民</a:t>
            </a:r>
          </a:p>
          <a:p>
            <a:r>
              <a:t>2019.11.02 杨浦滨江考察 提出完整重要理念</a:t>
            </a:r>
          </a:p>
          <a:p>
            <a:r>
              <a:t>2020.06.23 上海市委全会 部署五个人人城市</a:t>
            </a:r>
          </a:p>
          <a:p>
            <a:r>
              <a:t>2020.11.12 浦东开发开放30周年 强调宜居安居与治理</a:t>
            </a:r>
          </a:p>
          <a:p>
            <a:r>
              <a:t>2022.10.16 党的二十大报告 人民城市理念写入报告</a:t>
            </a:r>
          </a:p>
          <a:p>
            <a:r>
              <a:t>2023.11—12 上海考察 关注城市建设者住房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>
            <a:r>
              <a:t>https://cpc.people.com.cn/n1/2019/1103/c64094-31434692.html</a:t>
            </a:r>
          </a:p>
          <a:p>
            <a:r>
              <a:t>https://www.shkjdw.gov.cn/c/2020-06-23/523645.shtml</a:t>
            </a:r>
          </a:p>
          <a:p>
            <a:r>
              <a:t>https://www.xinhuanet.com/politics/2020-11/12/c_1126732554.htm</a:t>
            </a:r>
          </a:p>
          <a:p>
            <a:r>
              <a:t>https://www.xinhuanet.com/politics/2022-10/25/c_1129079429.htm</a:t>
            </a:r>
          </a:p>
          <a:p>
            <a:r>
              <a:t>https://www.cac.gov.cn/2023-12/03/c_1703306405757560.htm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7259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2024.07.18 二十届三中全会 城市更新与治理改革</a:t>
            </a:r>
          </a:p>
          <a:p>
            <a:r>
              <a:t>2024.11.02 上海市委署名文章 总结理念提出五年实践</a:t>
            </a:r>
          </a:p>
          <a:p>
            <a:r>
              <a:t>2024.11.04报道 老杨树宣讲汇回信 鼓励市民参与城市治理</a:t>
            </a:r>
          </a:p>
          <a:p>
            <a:r>
              <a:t>2025.07.14—15 中央城市工作会议 建设现代化人民城市</a:t>
            </a:r>
          </a:p>
          <a:p>
            <a:r>
              <a:t>2025.08.15落款 城市高质量发展意见 明确2030和2035年目标</a:t>
            </a:r>
          </a:p>
          <a:p>
            <a:r>
              <a:t>2026.07.15 上海市民新村考察 更新问需问计问效于民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https://www.news.cn/politics/20240721/cec09ea2bde840dfb99331c48ab5523a/c.html</a:t>
            </a:r>
          </a:p>
          <a:p>
            <a:r>
              <a:t>https://www.shanghai.gov.cn/nw4411/20241102/fcb650016bba4c0ebf1a633c9dbada9a.html</a:t>
            </a:r>
          </a:p>
          <a:p>
            <a:r>
              <a:t>https://cpc.people.com.cn/n1/2024/1104/c64094-40353495.html</a:t>
            </a:r>
          </a:p>
          <a:p>
            <a:r>
              <a:t>https://www.qstheory.cn/20260115/d3e63b3075754be4a98c172afdf6d9b7/c.html</a:t>
            </a:r>
          </a:p>
          <a:p>
            <a:r>
              <a:t>https://www.mee.gov.cn/zcwj/zyygwj/202508/t20250828_1126302.shtml</a:t>
            </a:r>
          </a:p>
          <a:p>
            <a:r>
              <a:t>https://politics.people.com.cn/n1/2026/0716/c1024-40761422.html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3201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选取社区长者食堂、公园类绿地、市民健身中心、图书馆服务网点、社区文化活动中心和社区卫生服务中心，观察用餐、阅读、运动、休闲、文化学习和基本医疗。它们连接不同年龄人的生活，也包括户外空间和室内服务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2543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>
            <a:r>
              <a:t>讲法：照念。</a:t>
            </a:r>
          </a:p>
          <a:p/>
          <a:p>
            <a:r>
              <a:t>讲稿原文</a:t>
            </a:r>
          </a:p>
          <a:p>
            <a:r>
              <a:t>理念落到日常生活中，最先感受到的是家门口的公共服务。截至 2025 年底，上海有 521 家社区长者食堂、457 个公共阅读网点、1,100 座各类公园和 219 所街镇老年学校。</a:t>
            </a:r>
          </a:p>
          <a:p/>
          <a:p>
            <a:r>
              <a:t>数据来源与完整口径</a:t>
            </a:r>
          </a:p>
          <a:p>
            <a:r>
              <a:t>截至2025年底，上海有521家社区长者食堂，中心图书馆一卡通体系259家机构和457个服务网点。2025年末公园名录1100座，2025年执行情况报告记载983座24小时开放。老年教育统计219所街镇老年学校、6317个居村学习点，全年线下学员累计146.73万人次。官方网络规模与本组空间测算样本的时点、筛选不同，不能直接相减推算停业数量。</a:t>
            </a:r>
          </a:p>
          <a:p/>
          <a:p>
            <a:r>
              <a:t>来源：</a:t>
            </a:r>
          </a:p>
          <a:p>
            <a:r>
              <a:t>https://mzj.sh.gov.cn/2026bsmz/20260716/846a1b55bf3a4f5381fe26a25c17353f.html</a:t>
            </a:r>
          </a:p>
          <a:p>
            <a:r>
              <a:t>https://www.shio.gov.cn/TrueCMS/shxwbgs/ywts/content/e2631e50-9d35-41d2-821b-6c638729964d.htm</a:t>
            </a:r>
          </a:p>
          <a:p>
            <a:r>
              <a:t>https://lhsr.sh.gov.cn/lhgl/20260116/dfec3bf8-19d3-4dcb-9975-5dbd0112639f.html</a:t>
            </a:r>
          </a:p>
          <a:p>
            <a:r>
              <a:t>https://mzj.sh.gov.cn/2026bsmz/20260515/aaa41ec3fec949c79d7958aad878aa6f.html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178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市包括16区；中心七区为黄浦、徐汇、长宁、静安、普陀、虹口和杨浦，浦东只纳入全市。面积分母分别531.61和85.76平方公里。曲线由25米采样计算，关键覆盖节点以原始几何缓冲与住宅相交复核。折中候选采用95%上限与归一化弦距判据，不是唯一最优值。R85是达到85%样本住宅面积覆盖的最小统一直线半径。动画改变半径，不是时间变化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38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下面六张图是我们用开放地图数据做的测算，看每类设施的服务半径能覆盖多少居住用地。社区长者食堂，全市约 1.80 公里覆盖 72.0%，中心七区约 0.75 公里覆盖 75.7%。</a:t>
            </a:r>
          </a:p>
          <a:p/>
          <a:p>
            <a:r>
              <a:t>数据来源与完整口径</a:t>
            </a:r>
          </a:p>
          <a:p>
            <a:r>
              <a:t>社区长者食堂：全市纳入512个，R85 2.48公里；折中候选1.800公里，面积覆盖72.0%。中心七区纳入193个，R85 0.92公里；折中候选0.750公里，覆盖75.7%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9203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图书馆服务网点，全市约 1.85 公里覆盖 72.5%，中心七区约 1.00 公里覆盖 77.0%。</a:t>
            </a:r>
          </a:p>
          <a:p/>
          <a:p>
            <a:r>
              <a:t>数据来源与完整口径</a:t>
            </a:r>
          </a:p>
          <a:p>
            <a:r>
              <a:t>图书馆服务网点：全市纳入385个，R85 2.56公里；折中候选1.850公里，面积覆盖72.5%。中心七区纳入117个，R85 1.17公里；折中候选1.000公里，覆盖77.0%。动画从60%到88%覆盖，对应半径变化。60%、70%、80%、85%、88%关键节点以原始多边形计算核验；其他帧按25米采样曲线估算。图上250米/100米色格用于显示。服务网点不保证自习座位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286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市民健身中心，全市约 2.63 公里覆盖 70.9%，中心七区约 1.20 公里覆盖 76.2%。</a:t>
            </a:r>
          </a:p>
          <a:p/>
          <a:p>
            <a:r>
              <a:t>数据来源与完整口径</a:t>
            </a:r>
          </a:p>
          <a:p>
            <a:r>
              <a:t>市民健身中心：全市纳入217个，R85 4.02公里；折中候选2.625公里，面积覆盖70.9%。中心七区纳入77个，R85 1.38公里；折中候选1.200公里，覆盖76.2%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247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公园类绿地，全市约 0.97 公里覆盖 76.5%，中心七区约 0.45 公里覆盖 72.5%。</a:t>
            </a:r>
          </a:p>
          <a:p/>
          <a:p>
            <a:r>
              <a:t>数据来源与完整口径</a:t>
            </a:r>
          </a:p>
          <a:p>
            <a:r>
              <a:t>公园类绿地 初版：全市纳入2067个，R85 1.36公里；折中候选0.975公里，面积覆盖76.5%。中心七区纳入517个，R85 0.56公里；折中候选0.450公里，覆盖72.5%。动画从60%到88%覆盖，对应半径变化。60%、70%、80%、85%、88%关键节点以原始多边形计算核验；其他帧按25米采样曲线估算。图上250米/100米色格用于显示。绿地按范围距离；实际开放与入口待核验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9908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社区文化活动中心，全市约 2.52 公里覆盖 73.4%，中心七区约 1.23 公里覆盖 80.2%。</a:t>
            </a:r>
          </a:p>
          <a:p/>
          <a:p>
            <a:r>
              <a:t>数据来源与完整口径</a:t>
            </a:r>
          </a:p>
          <a:p>
            <a:r>
              <a:t>社区文化活动中心：全市纳入232个，R85 3.42公里；折中候选2.525公里，面积覆盖73.4%。中心七区纳入83个，R85 1.36公里；折中候选1.225公里，覆盖80.2%。动画从60%到88%覆盖，对应半径变化。60%、70%、80%、85%、88%关键节点以原始多边形计算核验；其他帧按25米采样曲线估算。图上250米/100米色格用于显示。登记同址不等于当前设有老年大学。文化中心名录221个主分组中55组与老年学校登记同址，约24.9%；中心七区27/77约35.1%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078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社区卫生服务中心，全市约 2.27 公里覆盖 72.5%，中心七区约 1.13 公里覆盖 77.2%。六类设施在中心七区的半径都更短，全市平均数会掩盖市中心和郊区的差别。</a:t>
            </a:r>
          </a:p>
          <a:p/>
          <a:p>
            <a:r>
              <a:t>数据来源与完整口径</a:t>
            </a:r>
          </a:p>
          <a:p>
            <a:r>
              <a:t>社区卫生服务中心：全市纳入235个，R85 3.23公里；折中候选2.275公里，面积覆盖72.5%。中心七区纳入79个，R85 1.28公里；折中候选1.125公里，覆盖77.2%。动画从60%到88%覆盖，对应半径变化。60%、70%、80%、85%、88%关键节点以原始多边形计算核验；其他帧按25米采样曲线估算。图上250米/100米色格用于显示。只计已定位中心院址，不代表全部卫生服务站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2236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讲法：对着图讲解，讲稿作参考。</a:t>
            </a:r>
          </a:p>
          <a:p/>
          <a:p>
            <a:r>
              <a:t>讲稿原文</a:t>
            </a:r>
          </a:p>
          <a:p>
            <a:r>
              <a:t>这是我家所在的街道，辖区约 2 平方公里。</a:t>
            </a:r>
          </a:p>
          <a:p/>
          <a:p>
            <a:r>
              <a:t>数据来源与完整口径</a:t>
            </a:r>
          </a:p>
          <a:p>
            <a:r>
              <a:t>地图由组员提供，街道名称和图上地标已做模糊处理，不公开具体街道。面积采用所在区政府公开的街道概况（辖区总面积口径），不能与前面 OSM 已标注居住用地的样本面积直接比较。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讲法：对着图讲解，讲稿作参考。</a:t>
            </a:r>
          </a:p>
          <a:p/>
          <a:p>
            <a:r>
              <a:t>讲稿原文</a:t>
            </a:r>
          </a:p>
          <a:p>
            <a:r>
              <a:t>社区图书馆每天 8:30 到 20:30 开放。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周一至周日8:30—20:30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（市民健身中心开放时段：上海公共体育设施平台记录，2026-10-12）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00986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讲法：对着图讲解，讲稿作参考。</a:t>
            </a:r>
          </a:p>
          <a:p/>
          <a:p>
            <a:r>
              <a:t>讲稿原文</a:t>
            </a:r>
          </a:p>
          <a:p>
            <a:r>
              <a:t>市民健身中心从早上 7 点开到晚上 10 点。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工作日及周末7:00—22:00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https://www.shggty.com.cn/facilityMap.html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3372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讲法：对着图讲解，讲稿作参考，结尾引文照念。</a:t>
            </a:r>
          </a:p>
          <a:p/>
          <a:p>
            <a:r>
              <a:t>讲稿原文</a:t>
            </a:r>
          </a:p>
          <a:p>
            <a:r>
              <a:t>社区食堂、公共绿地和卫生服务中心也都在家门口。借食贫道纪录片《何以为家》里的一段话作结："安家，在上海是分量不小的两个字。那么多人来到这里，有的因为爱人，有的因为子女，有的为了生活，有的为了理想。……让城市的价值回归人民，让生活的意义回归生活本身，心安即是归处。"</a:t>
            </a:r>
          </a:p>
          <a:p>
            <a:r>
              <a:t>下面把上海和纽约放到同一张考卷上。</a:t>
            </a:r>
          </a:p>
          <a:p/>
          <a:p>
            <a:r>
              <a:t>数据来源与完整口径</a:t>
            </a:r>
          </a:p>
          <a:p>
            <a:r>
              <a:t>引文出处：食贫道纪录片《何以为家》（2025），1:05:39-1:07:16。</a:t>
            </a:r>
          </a:p>
          <a:p>
            <a:r>
              <a:t>三张实景照片由组员提供，招牌和门牌已做模糊处理。拍摄日期、收费、服务项目和开放时间不在本页推断。</a:t>
            </a:r>
          </a:p>
          <a:p>
            <a:r>
              <a:t>引文为自媒体纪录片，不是官方表述；原话以视频为准，台上念之前请对着视频逐字核对一次。</a:t>
            </a:r>
          </a:p>
          <a:p>
            <a:r>
              <a:t>https://www.bilibili.com/video/BV11Hpez1ENi/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经过观察，我们小组尝试概括人民城市的内涵：以在城市生活和劳动的人为发展主体，通过公共制度，使城市空间、发展收益和基本服务广泛惠及居民，并保障人们能够负担生活、稳定居住、参与治理。这是小组理解，不作为官方定义。社区公共服务是理解这一理念的入口，后续衔接原PPT上海与纽约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10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>
            <a:r>
              <a:t>15分钟讲述取舍：定义只说一句，不在封面解释所有分项。</a:t>
            </a:r>
          </a:p>
          <a:p/>
          <a:p>
            <a:r>
              <a:t>讲稿原文</a:t>
            </a:r>
          </a:p>
          <a:p>
            <a:r>
              <a:t>大家好，我们小组汇报的题目是《人民城市的上海实践》。我们想回答的问题是，纽约这样的国际大都市能不能叫人民城市。在比较之前，先把"人民城市"这个概念讲清楚。</a:t>
            </a:r>
          </a:p>
          <a:p/>
          <a:p>
            <a:r>
              <a:t>数据来源与完整口径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/>
          <a:p>
            <a:r>
              <a:t>外滩滨江步道照片：d’n’c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r>
              <a:t>https://creativecommons.org/licenses/by-sa/2.0</a:t>
            </a:r>
          </a:p>
          <a:p>
            <a:r>
              <a:t>本页为封面；第2-3页讲人民城市的概念，第4-8页讲上海实践，第9页起对应讲稿第1节。采用原彩色照片，未改变空间内容。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建议讲述：70秒</a:t>
            </a:r>
          </a:p>
          <a:p>
            <a:r>
              <a:t>15分钟讲述取舍：开场问题、改造实例、密度差异各一段；原文砍半敏感性计算可略。</a:t>
            </a:r>
          </a:p>
          <a:p/>
          <a:p>
            <a:r>
              <a:t>讲稿原文</a:t>
            </a:r>
          </a:p>
          <a:p>
            <a:r>
              <a:t>先从一个日常问题说起：在纽约逛街时想上厕所，该去哪里？</a:t>
            </a:r>
          </a:p>
          <a:p/>
          <a:p>
            <a:r>
              <a:t>纽约市政府管理的公厕有一千零六十多座，正常开放的不到一千座，将近九千人才分到一座，全天开放的全市只有八座。</a:t>
            </a:r>
          </a:p>
          <a:p/>
          <a:p>
            <a:r>
              <a:t>上海有两千六百多座环卫公厕完成了适老、适幼改造，一千二百多座配建了第三卫生间，不少还免费提供厕纸、冬季供应热水。</a:t>
            </a:r>
          </a:p>
          <a:p/>
          <a:p>
            <a:r>
              <a:t>上海的公厕总数在统计公报里查不到，开放平台的数据集记录了八千三百多处，约三千人一处，密度约为纽约的三倍。两边口径不同，但即使把上海的数减半，也比纽约密。</a:t>
            </a:r>
          </a:p>
          <a:p/>
          <a:p>
            <a:r>
              <a:t>公厕不盈利，用得最多的是环卫工人、快递员和老年人，一座城市怎样管理公厕，也能反映出它怎样对待普通人。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https://lhsr.sh.gov.cn/ywdt/20260401/00d7c161-8280-490c-a0da-d6c995e85058.html</a:t>
            </a:r>
          </a:p>
          <a:p/>
          <a:p>
            <a:r>
              <a:t>https://lhsr.sh.gov.cn/ywdt/20251204/b016509f-60a6-46cd-83fa-fdab372175c7.html</a:t>
            </a:r>
          </a:p>
          <a:p/>
          <a:p>
            <a:r>
              <a:t>https://council.nyc.gov/data/public-restroom-analysis/</a:t>
            </a:r>
          </a:p>
          <a:p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15分钟讲述取舍：压缩 GDP、HDI、PPP 方法论铺垫；重点说政府管辖范围和收入量级。</a:t>
            </a:r>
          </a:p>
          <a:p/>
          <a:p>
            <a:r>
              <a:t>讲稿原文</a:t>
            </a:r>
          </a:p>
          <a:p>
            <a:r>
              <a:t>回到我们的主题。判断纽约能不能叫人民城市，需要放到具体的生活中去比较。</a:t>
            </a:r>
          </a:p>
          <a:p/>
          <a:p>
            <a:r>
              <a:t>GDP 和人均收入不够用，因为房租、看病、上学这些服务的价格由本地决定，无法直接换算，所以我们把日常生活拆开，逐项比较。</a:t>
            </a:r>
          </a:p>
          <a:p/>
          <a:p>
            <a:r>
              <a:t>比较对象是纽约市的五个区和上海全市，因为我们关心的是一座城市的政府如何对待自己的市民。两者面积相差八倍，所以能算人均的指标都按人均比。</a:t>
            </a:r>
          </a:p>
          <a:p/>
          <a:p>
            <a:r>
              <a:t>收入方面，纽约家庭收入中位数约合人民币 55 万元，上海一户约 20.6 万元。纽约是税前收入，上海是平均数，各自打折后，差距仍在两倍半左右。</a:t>
            </a:r>
          </a:p>
          <a:p/>
          <a:p>
            <a:r>
              <a:t>但收入相差两倍半，并不意味着生活水平也相差两倍半。下面先比住、吃、穿、行四个基本项，再比医疗、治安、教育、文化四个加分项，最后单独看城市如何对待最穷的人。</a:t>
            </a:r>
          </a:p>
          <a:p/>
          <a:p>
            <a:r>
              <a:t>数据来源与完整口径</a:t>
            </a:r>
          </a:p>
          <a:p>
            <a:r>
              <a:t>https://tjj.sh.gov.cn/ydsj71/20260120/39ae4cd58421478d897b739d83f39c10.html</a:t>
            </a:r>
          </a:p>
          <a:p/>
          <a:p>
            <a:r>
              <a:t>https://tjj.sh.gov.cn/tjgb/20260630/b74619258aee4912a55a1da928b5be30.html</a:t>
            </a:r>
          </a:p>
          <a:p/>
          <a:p>
            <a:r>
              <a:t>https://rentguidelinesboard.cityofnewyork.us/wp-content/uploads/2026/04/2026-IA.pdf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https://www.health.ny.gov/statistics/vital_statistics/2022/table02.htm</a:t>
            </a:r>
          </a:p>
          <a:p/>
          <a:p>
            <a:r>
              <a:t>https://www.nyc.gov/content/planning/pages/planning/population</a:t>
            </a:r>
          </a:p>
          <a:p/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建议讲述：60秒</a:t>
            </a:r>
          </a:p>
          <a:p>
            <a:r>
              <a:t>15分钟讲述取舍：先讲纽约住房压力，再讲上海举措与 59.0% 对 32.3%，末句明确胜负。</a:t>
            </a:r>
          </a:p>
          <a:p/>
          <a:p>
            <a:r>
              <a:t>讲稿原文</a:t>
            </a:r>
          </a:p>
          <a:p>
            <a:r>
              <a:t>第一项是住。</a:t>
            </a:r>
          </a:p>
          <a:p/>
          <a:p>
            <a:r>
              <a:t>2023 年，纽约市只有 32% 的家庭住在自有住房里，租房家庭中一半以上要把三成以上的收入交房租。租房空置率只有 1.4%，是 1968 年以来最低。</a:t>
            </a:r>
          </a:p>
          <a:p/>
          <a:p>
            <a:r>
              <a:t>根据 2020 年人口普查，上海家庭的自有住房比例为 59%，其中一部分是当年房改时职工购买的原公有住房。普查不含集体宿舍，实际比例会低一些，但两边相差 27 个百分点，差距依然很大。</a:t>
            </a:r>
          </a:p>
          <a:p/>
          <a:p>
            <a:r>
              <a:t>对没有自有住房的人，上海 2025 年筹措了 7.4 万套保障性租赁住房，还为老楼加装了 3,000 多台电梯。</a:t>
            </a:r>
          </a:p>
          <a:p/>
          <a:p>
            <a:r>
              <a:t>在住这一项上，上海有明显优势。</a:t>
            </a:r>
          </a:p>
          <a:p/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建议讲述：50秒</a:t>
            </a:r>
          </a:p>
          <a:p>
            <a:r>
              <a:t>15分钟讲述取舍：吃讲花销与价格效应，穿讲可贸易商品，避免连续重复 4.7 倍与 7 倍。</a:t>
            </a:r>
          </a:p>
          <a:p/>
          <a:p>
            <a:r>
              <a:t>讲稿原文</a:t>
            </a:r>
          </a:p>
          <a:p>
            <a:r>
              <a:t>吃和穿是上海的短板。2025 年纽约州人均饮食支出 9,394 美元，折合人民币 6.3 万元；上海 2024 年人均食品烟酒支出 1.35 万元，纽约是上海的 4.7 倍。</a:t>
            </a:r>
          </a:p>
          <a:p/>
          <a:p>
            <a:r>
              <a:t>不过餐饮价格随工资水平变化，纽约同样一顿饭也贵得多，所以纽约人吃得好一些，但优势没有数字显示的那么大。</a:t>
            </a:r>
          </a:p>
          <a:p/>
          <a:p>
            <a:r>
              <a:t>穿的差距是压倒性的。纽约州人均衣着支出约 1.3 万元，接近上海 1,936 元的 7 倍。衣服是全球化商品，两地价格相差不大，这一项必须承认纽约的水平高得多。</a:t>
            </a:r>
          </a:p>
          <a:p/>
          <a:p>
            <a:r>
              <a:t>数据来源与完整口径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建议讲述：70秒</a:t>
            </a:r>
          </a:p>
          <a:p>
            <a:r>
              <a:t>15分钟讲述取舍：只保留一个票价折算例子；正文不报衣食住行“二比二”。备注仍完整保留新版第 5 节原文。</a:t>
            </a:r>
          </a:p>
          <a:p/>
          <a:p>
            <a:r>
              <a:t>讲稿原文</a:t>
            </a:r>
          </a:p>
          <a:p>
            <a:r>
              <a:t>出行方面，纽约是美国公共交通最发达的城市，将近一半的家庭靠公共交通出行。</a:t>
            </a:r>
          </a:p>
          <a:p/>
          <a:p>
            <a:r>
              <a:t>上海第一条地铁 1993 年才开通，三十多年修了 960 多公里，里程是纽约的两倍多。上海地铁一年运送 37 亿人次，纽约近 13 亿人次，按人口算，两城每人每年都坐 150 次左右。</a:t>
            </a:r>
          </a:p>
          <a:p/>
          <a:p>
            <a:r>
              <a:t>两城的差别在于负担得起与否。纽约坐一次地铁 3 美元，按两城收入差距折算，相当于上海人花 7 元多，上海只要 3 到 4 元；上海还有 18 元的一日票和 45 元的三日票。上海交通和通信合计只占消费的 10.6%，纽约仅交通就占 14%。</a:t>
            </a:r>
          </a:p>
          <a:p/>
          <a:p>
            <a:r>
              <a:t>在日常出行上，上海具有压倒性优势。</a:t>
            </a:r>
          </a:p>
          <a:p/>
          <a:p>
            <a:r>
              <a:t>衣食住行四项，双方各有一项压倒性优势，可以算作二比二打平。</a:t>
            </a:r>
          </a:p>
          <a:p/>
          <a:p>
            <a:r>
              <a:t>数据来源与完整口径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https://tjj.sh.gov.cn/ydsj71/20260120/39ae4cd58421478d897b739d83f39c10.html</a:t>
            </a:r>
          </a:p>
          <a:p/>
          <a:p>
            <a:r>
              <a:t>https://tjj.sh.gov.cn/tjgb/20260630/b74619258aee4912a55a1da928b5be30.html</a:t>
            </a:r>
          </a:p>
          <a:p/>
          <a:p>
            <a:r>
              <a:t>https://rentguidelinesboard.cityofnewyork.us/wp-content/uploads/2026/04/2026-IA.pdf</a:t>
            </a:r>
          </a:p>
          <a:p/>
          <a:p>
            <a:r>
              <a:t>口径：</a:t>
            </a:r>
          </a:p>
          <a:p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建议讲述：100秒</a:t>
            </a:r>
          </a:p>
          <a:p>
            <a:r>
              <a:t>15分钟讲述取舍：四行各约 25 秒：结果指标、判分和一句解释；原文投入、寿命、PISA、百老汇作备注参考，不逐字朗读。</a:t>
            </a:r>
          </a:p>
          <a:p/>
          <a:p>
            <a:r>
              <a:t>讲稿原文</a:t>
            </a:r>
          </a:p>
          <a:p>
            <a:r>
              <a:t>加分项先看医疗。</a:t>
            </a:r>
          </a:p>
          <a:p/>
          <a:p>
            <a:r>
              <a:t>两城的期望寿命几乎相同，上海 83.18 岁，纽约 83.2 岁。</a:t>
            </a:r>
          </a:p>
          <a:p/>
          <a:p>
            <a:r>
              <a:t>差距出在婴儿死亡率和孕产妇死亡率上。婴儿死亡率上海为千分之 2.34，纽约为千分之 4.2；孕产妇死亡率纽约约为上海的 10 倍以上。</a:t>
            </a:r>
          </a:p>
          <a:p/>
          <a:p>
            <a:r>
              <a:t>所以医疗方面，上海优势明显。</a:t>
            </a:r>
          </a:p>
          <a:p/>
          <a:p>
            <a:r>
              <a:t>治安方面，上海每 10 万人杀人案约 0.19 起，纽约约 3.6 起，相差一个数量级，两地没有可比性。</a:t>
            </a:r>
          </a:p>
          <a:p/>
          <a:p>
            <a:r>
              <a:t>教育只比义务教育。生师比上海为 12.5，纽约为 13.2，相差不大，算作打平。</a:t>
            </a:r>
          </a:p>
          <a:p/>
          <a:p>
            <a:r>
              <a:t>但在人口流入较多的嘉定、松江、闵行，一位小学老师要带 15 名学生，比纽约最紧张的学区还紧，区与区之间的均衡是上海要补的。</a:t>
            </a:r>
          </a:p>
          <a:p/>
          <a:p>
            <a:r>
              <a:t>文化方面，上海全市划定了 1,600 个"15 分钟社区生活圈"，公园一年新开放 127 座。</a:t>
            </a:r>
          </a:p>
          <a:p/>
          <a:p>
            <a:r>
              <a:t>不过文化是纽约的传统强项。纽约三大公共图书馆系统有 200 多个网点，市政府今年资助了 1,171 家文化机构，其中 96% 提供免费或有补贴的项目。</a:t>
            </a:r>
          </a:p>
          <a:p/>
          <a:p>
            <a:r>
              <a:t>所以在文化方面，纽约领先。</a:t>
            </a:r>
          </a:p>
          <a:p/>
          <a:p>
            <a:r>
              <a:t>数据来源与完整口径</a:t>
            </a:r>
          </a:p>
          <a:p>
            <a:r>
              <a:t>医疗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/>
          <a:p>
            <a:r>
              <a:t>治安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/>
          <a:p>
            <a:r>
              <a:t>教育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/>
          <a:p>
            <a:r>
              <a:t>文化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/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建议讲述：65秒</a:t>
            </a:r>
          </a:p>
          <a:p>
            <a:r>
              <a:t>15分钟讲述取舍：只报纽约总量与街头露宿人数，不再串报贫困率、收容所日均和庇护者人数。</a:t>
            </a:r>
          </a:p>
          <a:p/>
          <a:p>
            <a:r>
              <a:t>讲稿原文</a:t>
            </a:r>
          </a:p>
          <a:p>
            <a:r>
              <a:t>最后单独看两座城市如何对待最穷的人。</a:t>
            </a:r>
          </a:p>
          <a:p/>
          <a:p>
            <a:r>
              <a:t>上海低保标准城乡统一，2026 年 7 月起为每人每月 1,690 元，全市还有近 2,500 个老年助餐点和 500 多个家门口的就业服务站。</a:t>
            </a:r>
          </a:p>
          <a:p/>
          <a:p>
            <a:r>
              <a:t>纽约官方贫困率为 18%。2025 年的一夜点数显示，纽约市无家可归者有 12.6 万人，其中 4,600 多人露宿街头。</a:t>
            </a:r>
          </a:p>
          <a:p/>
          <a:p>
            <a:r>
              <a:t>这些人在哪里，纽约其实清楚，收容所人数每天公布。问题在于租房空置率只有 1.4%，收容所里的人找不到房子可搬。</a:t>
            </a:r>
          </a:p>
          <a:p/>
          <a:p>
            <a:r>
              <a:t>上海露宿街头的人数官方没有公布，我们不做估计，只比较两边的做法和纽约公布的结果。这一题上海做得好得多，也是纽约失分最重的一题。</a:t>
            </a:r>
          </a:p>
          <a:p/>
          <a:p>
            <a:r>
              <a:t>数据来源与完整口径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口径：</a:t>
            </a:r>
          </a:p>
          <a:p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讲法：照念数据。</a:t>
            </a:r>
          </a:p>
          <a:p>
            <a:r>
              <a:t>15分钟讲述取舍：从文化与养老接到“上海做了什么”；只说空间分布，四个百分比不逐个念。</a:t>
            </a:r>
          </a:p>
          <a:p/>
          <a:p>
            <a:r>
              <a:t>讲稿原文</a:t>
            </a:r>
          </a:p>
          <a:p>
            <a:r>
              <a:t>换成统一的 1 公里来看，在中心七区，有社区长者食堂的居住用地占 87.5%，有市民健身中心的只占 64%。</a:t>
            </a:r>
          </a:p>
          <a:p>
            <a:r>
              <a:t>吃饭基本在家门口解决了，健身设施还有三分之一以上的居住区覆盖不到。</a:t>
            </a:r>
          </a:p>
          <a:p/>
          <a:p>
            <a:r>
              <a:t>数据来源与完整口径</a:t>
            </a:r>
          </a:p>
          <a:p>
            <a:r>
              <a:t>地图由同学提供，快照2026-10-12</a:t>
            </a:r>
          </a:p>
          <a:p>
            <a:r>
              <a:t>https://shyl.mzj.sh.gov.cn/agencyQuery</a:t>
            </a:r>
          </a:p>
          <a:p>
            <a:r>
              <a:t>https://www.shggty.com.cn/facilityMap.html</a:t>
            </a:r>
          </a:p>
          <a:p>
            <a:r>
              <a:t>https://www.library.sh.cn/guide/libraryLocation</a:t>
            </a:r>
          </a:p>
          <a:p>
            <a:r>
              <a:t>https://www.openstreetmap.org/copyright</a:t>
            </a:r>
          </a:p>
          <a:p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讲法：照念数据。</a:t>
            </a:r>
          </a:p>
          <a:p>
            <a:r>
              <a:t>15分钟讲述取舍：每个例子一句，承接公共服务，同时为末尾数据透明作伏笔。</a:t>
            </a:r>
          </a:p>
          <a:p/>
          <a:p>
            <a:r>
              <a:t>讲稿原文</a:t>
            </a:r>
          </a:p>
          <a:p>
            <a:r>
              <a:t>办事方面，"一网通办"接入了 3,800 多项服务，实际网办率为 89.53%。</a:t>
            </a:r>
          </a:p>
          <a:p>
            <a:r>
              <a:t>建设方面，普陀区泰山人民坊改造前开了 12 场座谈会，收回 3,826 份问卷，建成后又请居民参加了 3 场评议会。</a:t>
            </a:r>
          </a:p>
          <a:p/>
          <a:p>
            <a:r>
              <a:t>数据来源与完整口径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https://ghzyj.sh.gov.cn/gzdt/20251224/f5b8e34f5c834200910639b27717dfdf.html</a:t>
            </a:r>
          </a:p>
          <a:p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15分钟讲述取舍：挑两条摘录口播，其他留给观众阅读；用个人体验呼应前面的统计。</a:t>
            </a:r>
          </a:p>
          <a:p/>
          <a:p>
            <a:r>
              <a:t>讲稿原文</a:t>
            </a:r>
          </a:p>
          <a:p>
            <a:r>
              <a:t>我们还访谈了一位在纽约生活的同学。对方说"这座城市有很多公园"，却也说"突发事件中自己的基本生活保障，也依靠自己是否有储蓄，或者高额的商业保险"。这和托底一题的数据相互印证。</a:t>
            </a:r>
          </a:p>
          <a:p/>
          <a:p>
            <a:r>
              <a:t>数据来源与完整口径</a:t>
            </a:r>
          </a:p>
          <a:p>
            <a:r>
              <a:t>原始微信截图和访谈文字整理由组员保存，不公开；页面截图已隐去昵称和头像。</a:t>
            </a:r>
          </a:p>
          <a:p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15分钟讲述取舍：不重新念九行数据，不报上海几胜、纽约几胜或基本项二比二；概括各自强项，转到答题是否完整。</a:t>
            </a:r>
          </a:p>
          <a:p/>
          <a:p>
            <a:r>
              <a:t>讲稿原文</a:t>
            </a:r>
          </a:p>
          <a:p>
            <a:r>
              <a:t>最后把九道题放在一张表上。</a:t>
            </a:r>
          </a:p>
          <a:p/>
          <a:p>
            <a:r>
              <a:t>| | 题 | 胜方 | 程度 | 依据 |</a:t>
            </a:r>
          </a:p>
          <a:p>
            <a:r>
              <a:t>|---|---|---|---|---|</a:t>
            </a:r>
          </a:p>
          <a:p>
            <a:r>
              <a:t>| 基本项 | 住 | 上海 | 明显 | 自有住房率：上海 59%，纽约 32% |</a:t>
            </a:r>
          </a:p>
          <a:p>
            <a:r>
              <a:t>| | 吃 | 纽约 | 稍胜 | 人均吃的花销：纽约州 6.3 万元，上海 1.35 万元；餐饮价格随工资走，实际差距小于账面 |</a:t>
            </a:r>
          </a:p>
          <a:p>
            <a:r>
              <a:t>| | 穿 | 纽约 | 压倒性 | 人均衣着支出：纽约州接近上海的 7 倍 |</a:t>
            </a:r>
          </a:p>
          <a:p>
            <a:r>
              <a:t>| | 行 | 上海 | 压倒性 | 票价按收入折算约为纽约一半；交通支出占比更低 |</a:t>
            </a:r>
          </a:p>
          <a:p>
            <a:r>
              <a:t>| 加分项 | 医疗 | 上海 | 明显 | 婴儿死亡率：上海 2.34‰，纽约 4.2‰；孕产妇死亡率差 10 倍以上 |</a:t>
            </a:r>
          </a:p>
          <a:p>
            <a:r>
              <a:t>| | 治安 | 上海 | 压倒性 | 每 10 万人杀人案：上海 0.19 起，纽约 3.6 起 |</a:t>
            </a:r>
          </a:p>
          <a:p>
            <a:r>
              <a:t>| | 教育 | 打平 | — | 生师比：上海 12.5，纽约 13.2 |</a:t>
            </a:r>
          </a:p>
          <a:p>
            <a:r>
              <a:t>| | 文化 | 纽约 | 明显 | 公共图书馆网络和文化资助 |</a:t>
            </a:r>
          </a:p>
          <a:p>
            <a:r>
              <a:t>| 单列 | 对待底层 | 上海 | 压倒性 | 纽约无家可归 12.6 万人 |</a:t>
            </a:r>
          </a:p>
          <a:p/>
          <a:p>
            <a:r>
              <a:t>除了教育打平，其余每一题都分出了胜负，但我们不计算总分。各题差距的大小不同，穿衣是压倒性的，吃饭只是稍胜，一个总分会把这些差别抹平。</a:t>
            </a:r>
          </a:p>
          <a:p/>
          <a:p>
            <a:r>
              <a:t>数据来源与完整口径</a:t>
            </a:r>
          </a:p>
          <a:p>
            <a:r>
              <a:t>住：https://tjj.sh.gov.cn/tjnj/2020rktjnj/BNJc-9-4.jpg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吃：https://apps.bea.gov/regional/zip/SAPCE.zip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穿：https://apps.bea.gov/regional/zip/SAPCE.zip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行：https://portal.311.nyc.gov/article/?kanumber=KA-01014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医疗：https://tjj.sh.gov.cn/tjgb/20260330/e0772941e8e041eaaad2df850b44ef98.html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/>
          <a:p>
            <a:r>
              <a:t>治安：https://tjj.sh.gov.cn/tjnj/2025tjnj/C2303.htm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/>
          <a:p>
            <a:r>
              <a:t>教育：https://tjj.sh.gov.cn/tjnj/2025tjnj/C2015.htm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/>
          <a:p>
            <a:r>
              <a:t>文化：https://www.nypl.org/about/locations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/>
          <a:p>
            <a:r>
              <a:t>对待底层：https://files.hudexchange.info/reports/published/CoC_PopSub_CoC_NY-600-2025_NY_2025.pdf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建议讲述：90秒</a:t>
            </a:r>
          </a:p>
          <a:p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/>
          <a:p>
            <a:r>
              <a:t>讲稿原文</a:t>
            </a:r>
          </a:p>
          <a:p>
            <a:r>
              <a:t>回到开头的问题，纽约能不能叫人民城市？</a:t>
            </a:r>
          </a:p>
          <a:p/>
          <a:p>
            <a:r>
              <a:t>纽约在吃穿和公共文化上答得不错，数据公开也做得更好，这一项不计分，最后单独讲；但在最该答好的一题，也就是如何对待最底层的人上，没有答好，十二万多人无家可归。所以我们的回答是，这张考卷纽约还不算及格。</a:t>
            </a:r>
          </a:p>
          <a:p/>
          <a:p>
            <a:r>
              <a:t>上海的答卷更完整，但人民城市人民建，前提是人民看得到账本，数据公开这一题上海还需要补课。</a:t>
            </a:r>
          </a:p>
          <a:p/>
          <a:p>
            <a:r>
              <a:t>上海的地铁才通了三十多年，乘坐次数已经和纽约一样多，两座城市能放在同一张考卷上比较，而且有输有赢，这本身就是一种进步。</a:t>
            </a:r>
          </a:p>
          <a:p/>
          <a:p>
            <a:r>
              <a:t>不过这个比较不能扩大化。纽约输掉的住房和底层保障，在美国也是出了名的差，纽约人口不到全美的 3%，无家可归者却占六分之一；上海输掉的吃和穿，在国内已经处于前列，人均饮食支出是全国平均的 1.6 倍。纽约在美国并不典型，上海在中国同样不典型。</a:t>
            </a:r>
          </a:p>
          <a:p/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15分钟讲述取舍：四个缺口各一句；一网通办便利已在第 10 页讲过，此处对照一句即可。</a:t>
            </a:r>
          </a:p>
          <a:p/>
          <a:p>
            <a:r>
              <a:t>讲稿原文</a:t>
            </a:r>
          </a:p>
          <a:p>
            <a:r>
              <a:t>最后谈数据透明，这一项不计分。</a:t>
            </a:r>
          </a:p>
          <a:p/>
          <a:p>
            <a:r>
              <a:t>在上海办事很方便，"一网通办"的好评率达到 99.94%。</a:t>
            </a:r>
          </a:p>
          <a:p/>
          <a:p>
            <a:r>
              <a:t>但一到查数据就困难得多。上海的公厕明细需要申请，租金统计和露宿人数没有公布，户籍人口期望寿命 2022 年以后也没有更新。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15分钟讲述取舍：用住房和托底两个具体例子说明透明为何重要，最后一句收束。</a:t>
            </a:r>
          </a:p>
          <a:p/>
          <a:p>
            <a:r>
              <a:t>讲稿原文</a:t>
            </a:r>
          </a:p>
          <a:p>
            <a:r>
              <a:t>纽约在 2012 年就通过立法，规定政府数据默认公开，不公开需要说明理由，收容所的入住人数每天更新。</a:t>
            </a:r>
          </a:p>
          <a:p/>
          <a:p>
            <a:r>
              <a:t>一项住房政策是否有效，要看房租负担有没有下降；一套托底制度保障了多少人，要看还有多少人露宿街头。只靠替代数据和估算数据，政策就很难得到理性的反馈。</a:t>
            </a:r>
          </a:p>
          <a:p/>
          <a:p>
            <a:r>
              <a:t>人民城市人民建。要让人民真正参与城市建设，就应该尽可能把城市运行的数据公开出来。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15分钟讲述取舍：收束，不增加新观点。</a:t>
            </a:r>
          </a:p>
          <a:p/>
          <a:p>
            <a:r>
              <a:t>讲稿原文</a:t>
            </a:r>
          </a:p>
          <a:p>
            <a:r>
              <a:t>这次用到的数据、出处和计算过程都已公开，链接就在这一页，欢迎大家核对和指正。谢谢大家。</a:t>
            </a:r>
          </a:p>
          <a:p/>
          <a:p>
            <a:r>
              <a:t>数据来源与完整口径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答辩依据：data/data-table.md；script/口径表.md；script/答辩卡.md。</a:t>
            </a:r>
          </a:p>
          <a:p>
            <a:endParaRPr/>
          </a:p>
          <a:p>
            <a:r>
              <a:t>问：为什么不用纽约都会区？</a:t>
            </a:r>
          </a:p>
          <a:p>
            <a:r>
              <a:t>答：我们比的是城市政府怎么对待市民，纽约市政府只管五个区。都会区跨三个州，自有住房率等数据也取不全（NY-C6）</a:t>
            </a:r>
          </a:p>
          <a:p>
            <a:r>
              <a:t>问：收入能直接比吗？</a:t>
            </a:r>
          </a:p>
          <a:p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>
            <a:r>
              <a:t>问：上海 59% 自有住房率可靠吗？</a:t>
            </a:r>
          </a:p>
          <a:p>
            <a:r>
              <a:t>答：2020 年七普长表，按家庭户统计，不含集体户，所以偏高。纽约 32.3% 是 2023 年住房与空置调查（SH-C1、NY-C5）</a:t>
            </a:r>
          </a:p>
          <a:p>
            <a:r>
              <a:t>问：为什么不比房租负担？</a:t>
            </a:r>
          </a:p>
          <a:p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>
            <a:r>
              <a:t>问：吃的花销口径一样吗？</a:t>
            </a:r>
          </a:p>
          <a:p>
            <a:r>
              <a:t>答：纽约的"餐饮住宿"含住宿，上海的"食品烟酒"含烟酒，两边都偏高一点，不改变量级</a:t>
            </a:r>
          </a:p>
          <a:p>
            <a:r>
              <a:t>问：吃和穿为什么用纽约州？</a:t>
            </a:r>
          </a:p>
          <a:p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问：上海公厕 8,325 处包括哪些？</a:t>
            </a:r>
          </a:p>
          <a:p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问：期望寿命为什么不判分？</a:t>
            </a:r>
          </a:p>
          <a:p>
            <a:r>
              <a:t>答：上海 83.18 岁是 2022 年户籍人口，之后未公布；纽约 83.2 岁是 2024 年全体居民的临时数。年份和人群都不同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问：杀人案能比吗？</a:t>
            </a:r>
          </a:p>
          <a:p>
            <a:r>
              <a:t>答：上海是公安立案的杀人案，纽约是谋杀案，口径略有不同，但差约 19 倍（SH-H10、NY-H4a）</a:t>
            </a:r>
          </a:p>
          <a:p>
            <a:r>
              <a:t>问：文化为什么判纽约胜？</a:t>
            </a:r>
          </a:p>
          <a:p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原资料截图于2026-10-10采集；黑框为采集者添加。地图快照2026-10-12，原始HTML由同学提供，本版恢复地图原始色系，保留几何、点位和数值。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  <a:p>
            <a:r>
              <a:t>上海为开放平台记录，纽约为市政运营公厕；只比较量级。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纽约州在家食品饮料＋餐饮住宿，上海食品烟酒；价格与分类差异使实际差距小于账面。</a:t>
            </a:r>
          </a:p>
          <a:p>
            <a:r>
              <a:t>纽约使用州级数据；按2026-10-09汇率换算。</a:t>
            </a:r>
          </a:p>
          <a:p>
            <a:r>
              <a:t>票价按户收入差2.65倍折算；支出占比为纽约都会区交通（2022–23）对上海交通通信（2024）。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纽约为HUD一夜点数；上海露宿人数未公开，判断结合托底制度与纽约结果。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https://www.health.ny.gov/statistics/vital_statistics/2022/table02.htm</a:t>
            </a:r>
          </a:p>
          <a:p>
            <a:r>
              <a:t>https://www.nyc.gov/content/planning/pages/planning/population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https://tjj.sh.gov.cn/ydsj71/20260120/39ae4cd58421478d897b739d83f39c10.html</a:t>
            </a:r>
          </a:p>
          <a:p>
            <a:r>
              <a:t>https://tjj.sh.gov.cn/tjgb/20260630/b74619258aee4912a55a1da928b5be30.html</a:t>
            </a:r>
          </a:p>
          <a:p>
            <a:r>
              <a:t>https://data.sh.gov.cn/</a:t>
            </a:r>
          </a:p>
          <a:p>
            <a:r>
              <a:t>https://lhsr.sh.gov.cn/ywdt/20260401/00d7c161-8280-490c-a0da-d6c995e85058.html</a:t>
            </a:r>
          </a:p>
          <a:p>
            <a:r>
              <a:t>https://lhsr.sh.gov.cn/ywdt/20251204/b016509f-60a6-46cd-83fa-fdab372175c7.html</a:t>
            </a:r>
          </a:p>
          <a:p>
            <a:r>
              <a:t>https://council.nyc.gov/data/public-restroom-analysis/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https://wsjkw.sh.gov.cn/2022wsjkzkbg/index.html</a:t>
            </a:r>
          </a:p>
          <a:p>
            <a:r>
              <a:t>https://wsjkw.sh.gov.cn/2023wsjkzkbg/index.html</a:t>
            </a:r>
          </a:p>
          <a:p>
            <a:r>
              <a:t>https://wsjkw.sh.gov.cn/2024wsjkzkbg/index.html</a:t>
            </a:r>
          </a:p>
          <a:p>
            <a:r>
              <a:t>https://opendata.cityofnewyork.us/open-data-law/</a:t>
            </a:r>
          </a:p>
          <a:p>
            <a:r>
              <a:t>https://data.cityofnewyork.us/Social-Services/DHS-Daily-Report/k46n-sa2m</a:t>
            </a:r>
          </a:p>
          <a:p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DengXian"/>
          <a:ea typeface="DengXian"/>
          <a:cs typeface="DengXi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DengXian"/>
          <a:ea typeface="DengXian"/>
          <a:cs typeface="DengXi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DengXian"/>
          <a:ea typeface="DengXian"/>
          <a:cs typeface="DengXi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DengXian"/>
          <a:ea typeface="DengXian"/>
          <a:cs typeface="DengXi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1pPr>
      <a:lvl2pPr marL="457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2pPr>
      <a:lvl3pPr marL="914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3pPr>
      <a:lvl4pPr marL="1371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18288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2860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743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200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657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eg"/><Relationship Id="rId4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gif"/><Relationship Id="rId4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gif"/><Relationship Id="rId4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gif"/><Relationship Id="rId4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gif"/><Relationship Id="rId4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gif"/><Relationship Id="rId4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gif"/><Relationship Id="rId4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eg"/><Relationship Id="rId4" Type="http://schemas.openxmlformats.org/officeDocument/2006/relationships/image" Target="../media/image20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jpeg"/><Relationship Id="rId4" Type="http://schemas.openxmlformats.org/officeDocument/2006/relationships/image" Target="../media/image2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25.png"/><Relationship Id="rId6" Type="http://schemas.openxmlformats.org/officeDocument/2006/relationships/image" Target="../media/image26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gif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gif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gi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gi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gif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概念出处：新华社，2019-11-03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3" name="text-1">
            <a:extLst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noGrp="1"/>
          </p:cNvSpPr>
          <p:nvPr/>
        </p:nvSpPr>
        <p:spPr>
          <a:xfrm>
            <a:off x="571500" y="61912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 dirty="0" err="1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  <a:endParaRPr lang="zh-CN" altLang="en-US" sz="4650" b="0" dirty="0">
              <a:solidFill>
                <a:srgbClr val="FCF7F0"/>
              </a:solidFill>
              <a:latin typeface="STZhongsong"/>
              <a:ea typeface="STZhongsong"/>
              <a:cs typeface="STZhongsong"/>
            </a:endParaRP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lang="zh-CN" altLang="en-US" sz="4650" b="0" dirty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4" name="text-2">
            <a:extLst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noGrp="1"/>
          </p:cNvSpPr>
          <p:nvPr/>
        </p:nvSpPr>
        <p:spPr>
          <a:xfrm>
            <a:off x="571500" y="2628900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850" b="1" dirty="0" err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纽约能不能叫人民城市</a:t>
            </a:r>
            <a:r>
              <a:rPr sz="2850" b="1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？</a:t>
            </a:r>
          </a:p>
        </p:txBody>
      </p:sp>
      <p:sp>
        <p:nvSpPr>
          <p:cNvPr id="5" name="text-3">
            <a:extLst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6286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6" name="text-4">
            <a:extLst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noGrp="1"/>
          </p:cNvSpPr>
          <p:nvPr/>
        </p:nvSpPr>
        <p:spPr>
          <a:xfrm>
            <a:off x="571500" y="4962525"/>
            <a:ext cx="6286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以人民为中心，回应居民需要，</a:t>
            </a:r>
          </a:p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让人民共同参与城市建设。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2015年的相关表述">
            <a:extLst>
              <a:ext uri="{FF2B5EF4-FFF2-40B4-BE49-F238E27FC236}">
                <a16:creationId xmlns:a16="http://schemas.microsoft.com/office/drawing/2014/main" id="{99B998CF-6232-4C5A-923A-9EF5AFB8B9C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2015年的相关表述</a:t>
            </a:r>
          </a:p>
        </p:txBody>
      </p:sp>
      <p:sp>
        <p:nvSpPr>
          <p:cNvPr id="2" name="来源：新华社《中央城市工作会议在北京举行》，2015-12-22">
            <a:extLst>
              <a:ext uri="{FF2B5EF4-FFF2-40B4-BE49-F238E27FC236}">
                <a16:creationId xmlns:a16="http://schemas.microsoft.com/office/drawing/2014/main" id="{491BFA58-030B-43E5-A22B-955062D1E00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来源：新华社《中央城市工作会议在北京举行》，2015-12-22</a:t>
            </a:r>
          </a:p>
        </p:txBody>
      </p:sp>
      <p:sp>
        <p:nvSpPr>
          <p:cNvPr id="4" name="中央城市工作会议">
            <a:extLst>
              <a:ext uri="{FF2B5EF4-FFF2-40B4-BE49-F238E27FC236}">
                <a16:creationId xmlns:a16="http://schemas.microsoft.com/office/drawing/2014/main" id="{BBD3A0C0-06FE-445C-A1E5-A148AD382416}"/>
              </a:ext>
            </a:extLst>
          </p:cNvPr>
          <p:cNvSpPr>
            <a:spLocks noGrp="1"/>
          </p:cNvSpPr>
          <p:nvPr/>
        </p:nvSpPr>
        <p:spPr>
          <a:xfrm>
            <a:off x="571500" y="1352550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5" name="坚持以人民为中心的发展思想&#10;坚持人民城市为人民">
            <a:extLst>
              <a:ext uri="{FF2B5EF4-FFF2-40B4-BE49-F238E27FC236}">
                <a16:creationId xmlns:a16="http://schemas.microsoft.com/office/drawing/2014/main" id="{3281E2E8-4F13-44CA-BD0F-F60B5766E853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11049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坚持以人民为中心的发展思想</a:t>
            </a:r>
          </a:p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坚持人民城市为人民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2DDB510-3319-4424-93F5-94112D3CB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02287" y="3714750"/>
            <a:ext cx="9187427" cy="2305050"/>
          </a:xfrm>
          <a:prstGeom prst="rect">
            <a:avLst/>
          </a:prstGeom>
        </p:spPr>
      </p:pic>
      <p:pic>
        <p:nvPicPr>
          <p:cNvPr id="8" name="Rive第2页演示（隐藏后可编辑下层）">
            <a:extLst>
              <a:ext uri="{FF2B5EF4-FFF2-40B4-BE49-F238E27FC236}">
                <a16:creationId xmlns:a16="http://schemas.microsoft.com/office/drawing/2014/main" id="{DBBC68D8-88F6-4337-8C7C-608ED9254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02">
            <a:extLst>
              <a:ext uri="{FF2B5EF4-FFF2-40B4-BE49-F238E27FC236}">
                <a16:creationId xmlns:a16="http://schemas.microsoft.com/office/drawing/2014/main" id="{9DC9DC5C-EF72-4424-BD2B-C55C7879C92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954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2019年杨浦滨江的提出场景">
            <a:extLst>
              <a:ext uri="{FF2B5EF4-FFF2-40B4-BE49-F238E27FC236}">
                <a16:creationId xmlns:a16="http://schemas.microsoft.com/office/drawing/2014/main" id="{174A1513-D9A9-4AE4-A687-8E8322A93DA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2019年杨浦滨江的提出场景</a:t>
            </a:r>
          </a:p>
        </p:txBody>
      </p:sp>
      <p:sp>
        <p:nvSpPr>
          <p:cNvPr id="2" name="来源：新华社，2019-11-03；摄影：鞠鹏、谢环驰；人民网转">
            <a:extLst>
              <a:ext uri="{FF2B5EF4-FFF2-40B4-BE49-F238E27FC236}">
                <a16:creationId xmlns:a16="http://schemas.microsoft.com/office/drawing/2014/main" id="{F6D119AE-EBE7-4E33-BBE3-BAC35B93FDD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来源：新华社，2019-11-03；摄影：鞠鹏、谢环驰；人民网转载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41D17B3-DF61-4036-9594-73584268E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2993" y="1333500"/>
            <a:ext cx="5663514" cy="4572000"/>
          </a:xfrm>
          <a:prstGeom prst="rect">
            <a:avLst/>
          </a:prstGeom>
        </p:spPr>
      </p:pic>
      <p:sp>
        <p:nvSpPr>
          <p:cNvPr id="5" name="2019年11月2日">
            <a:extLst>
              <a:ext uri="{FF2B5EF4-FFF2-40B4-BE49-F238E27FC236}">
                <a16:creationId xmlns:a16="http://schemas.microsoft.com/office/drawing/2014/main" id="{578A5864-7C0D-46C2-AC19-027C7E2C0B7A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2019年11月2日</a:t>
            </a:r>
          </a:p>
        </p:txBody>
      </p:sp>
      <p:sp>
        <p:nvSpPr>
          <p:cNvPr id="6" name="人民城市人民建&#10;人民城市为人民">
            <a:extLst>
              <a:ext uri="{FF2B5EF4-FFF2-40B4-BE49-F238E27FC236}">
                <a16:creationId xmlns:a16="http://schemas.microsoft.com/office/drawing/2014/main" id="{4E8F9291-D550-4A96-83F2-00EABC9B92D4}"/>
              </a:ext>
            </a:extLst>
          </p:cNvPr>
          <p:cNvSpPr>
            <a:spLocks noGrp="1"/>
          </p:cNvSpPr>
          <p:nvPr/>
        </p:nvSpPr>
        <p:spPr>
          <a:xfrm>
            <a:off x="7334250" y="2314575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7" name="杨树浦水厂滨江段&#10;工业滨江转为市民公共空间">
            <a:extLst>
              <a:ext uri="{FF2B5EF4-FFF2-40B4-BE49-F238E27FC236}">
                <a16:creationId xmlns:a16="http://schemas.microsoft.com/office/drawing/2014/main" id="{A08F0B8F-CFD9-4EF3-8E7E-30027352014E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4286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杨树浦水厂滨江段</a:t>
            </a:r>
          </a:p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工业滨江转为市民公共空间</a:t>
            </a:r>
          </a:p>
        </p:txBody>
      </p:sp>
      <p:pic>
        <p:nvPicPr>
          <p:cNvPr id="9" name="Rive第3页演示（隐藏后可编辑下层）">
            <a:extLst>
              <a:ext uri="{FF2B5EF4-FFF2-40B4-BE49-F238E27FC236}">
                <a16:creationId xmlns:a16="http://schemas.microsoft.com/office/drawing/2014/main" id="{DB87CC73-6D7C-4A67-9764-A020E3177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03">
            <a:extLst>
              <a:ext uri="{FF2B5EF4-FFF2-40B4-BE49-F238E27FC236}">
                <a16:creationId xmlns:a16="http://schemas.microsoft.com/office/drawing/2014/main" id="{18C6347F-7CA1-407E-BD08-14FE46E52D8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217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公共服务网络的规模">
            <a:extLst>
              <a:ext uri="{FF2B5EF4-FFF2-40B4-BE49-F238E27FC236}">
                <a16:creationId xmlns:a16="http://schemas.microsoft.com/office/drawing/2014/main" id="{EC567E56-70A5-43B4-AB16-6C84B386F52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公共服务网络的规模</a:t>
            </a:r>
          </a:p>
        </p:txBody>
      </p:sp>
      <p:sp>
        <p:nvSpPr>
          <p:cNvPr id="2" name="来源：市民政局、市政府新闻办、市绿化市容局；均为2025年末或年">
            <a:extLst>
              <a:ext uri="{FF2B5EF4-FFF2-40B4-BE49-F238E27FC236}">
                <a16:creationId xmlns:a16="http://schemas.microsoft.com/office/drawing/2014/main" id="{49C86FA7-5406-456E-B8FB-C2D700AF8E4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来源：市民政局、市政府新闻办、市绿化市容局；均为2025年末或年度口径</a:t>
            </a:r>
          </a:p>
        </p:txBody>
      </p:sp>
      <p:sp>
        <p:nvSpPr>
          <p:cNvPr id="4" name="521">
            <a:extLst>
              <a:ext uri="{FF2B5EF4-FFF2-40B4-BE49-F238E27FC236}">
                <a16:creationId xmlns:a16="http://schemas.microsoft.com/office/drawing/2014/main" id="{56819959-C345-4520-A33E-E1D31D54A746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521</a:t>
            </a:r>
          </a:p>
        </p:txBody>
      </p:sp>
      <p:sp>
        <p:nvSpPr>
          <p:cNvPr id="5" name="家社区长者食堂">
            <a:extLst>
              <a:ext uri="{FF2B5EF4-FFF2-40B4-BE49-F238E27FC236}">
                <a16:creationId xmlns:a16="http://schemas.microsoft.com/office/drawing/2014/main" id="{01FB4878-9975-4085-99C7-AE3374CBE33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家社区长者食堂</a:t>
            </a:r>
          </a:p>
        </p:txBody>
      </p:sp>
      <p:sp>
        <p:nvSpPr>
          <p:cNvPr id="6" name="优先服务老年助餐">
            <a:extLst>
              <a:ext uri="{FF2B5EF4-FFF2-40B4-BE49-F238E27FC236}">
                <a16:creationId xmlns:a16="http://schemas.microsoft.com/office/drawing/2014/main" id="{6DDBB88F-7E3D-4102-B212-D1F00EB74626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优先服务老年助餐</a:t>
            </a:r>
          </a:p>
        </p:txBody>
      </p:sp>
      <p:sp>
        <p:nvSpPr>
          <p:cNvPr id="7" name="457">
            <a:extLst>
              <a:ext uri="{FF2B5EF4-FFF2-40B4-BE49-F238E27FC236}">
                <a16:creationId xmlns:a16="http://schemas.microsoft.com/office/drawing/2014/main" id="{03C50703-05BD-4C0D-BF89-0A2C453FBB8C}"/>
              </a:ext>
            </a:extLst>
          </p:cNvPr>
          <p:cNvSpPr>
            <a:spLocks noGrp="1"/>
          </p:cNvSpPr>
          <p:nvPr/>
        </p:nvSpPr>
        <p:spPr>
          <a:xfrm>
            <a:off x="34099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457</a:t>
            </a:r>
          </a:p>
        </p:txBody>
      </p:sp>
      <p:sp>
        <p:nvSpPr>
          <p:cNvPr id="8" name="个公共阅读网点">
            <a:extLst>
              <a:ext uri="{FF2B5EF4-FFF2-40B4-BE49-F238E27FC236}">
                <a16:creationId xmlns:a16="http://schemas.microsoft.com/office/drawing/2014/main" id="{B1F1D1BD-7857-4771-A5FA-3A707258A979}"/>
              </a:ext>
            </a:extLst>
          </p:cNvPr>
          <p:cNvSpPr>
            <a:spLocks noGrp="1"/>
          </p:cNvSpPr>
          <p:nvPr/>
        </p:nvSpPr>
        <p:spPr>
          <a:xfrm>
            <a:off x="34099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个公共阅读网点</a:t>
            </a:r>
          </a:p>
        </p:txBody>
      </p:sp>
      <p:sp>
        <p:nvSpPr>
          <p:cNvPr id="9" name="一卡通体系259家机构">
            <a:extLst>
              <a:ext uri="{FF2B5EF4-FFF2-40B4-BE49-F238E27FC236}">
                <a16:creationId xmlns:a16="http://schemas.microsoft.com/office/drawing/2014/main" id="{03BEC4FD-12F5-468D-8ED9-7BAEF19D64A8}"/>
              </a:ext>
            </a:extLst>
          </p:cNvPr>
          <p:cNvSpPr>
            <a:spLocks noGrp="1"/>
          </p:cNvSpPr>
          <p:nvPr/>
        </p:nvSpPr>
        <p:spPr>
          <a:xfrm>
            <a:off x="34099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一卡通体系259家机构</a:t>
            </a:r>
          </a:p>
        </p:txBody>
      </p:sp>
      <p:sp>
        <p:nvSpPr>
          <p:cNvPr id="10" name="1100">
            <a:extLst>
              <a:ext uri="{FF2B5EF4-FFF2-40B4-BE49-F238E27FC236}">
                <a16:creationId xmlns:a16="http://schemas.microsoft.com/office/drawing/2014/main" id="{934CFFC9-2CF9-4F71-B0C4-F31F98AA52CF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1100</a:t>
            </a:r>
          </a:p>
        </p:txBody>
      </p:sp>
      <p:sp>
        <p:nvSpPr>
          <p:cNvPr id="11" name="座各类公园">
            <a:extLst>
              <a:ext uri="{FF2B5EF4-FFF2-40B4-BE49-F238E27FC236}">
                <a16:creationId xmlns:a16="http://schemas.microsoft.com/office/drawing/2014/main" id="{829F2CE1-E767-405F-B011-9D082870C712}"/>
              </a:ext>
            </a:extLst>
          </p:cNvPr>
          <p:cNvSpPr>
            <a:spLocks noGrp="1"/>
          </p:cNvSpPr>
          <p:nvPr/>
        </p:nvSpPr>
        <p:spPr>
          <a:xfrm>
            <a:off x="62484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座各类公园</a:t>
            </a:r>
          </a:p>
        </p:txBody>
      </p:sp>
      <p:sp>
        <p:nvSpPr>
          <p:cNvPr id="12" name="983座24小时开放">
            <a:extLst>
              <a:ext uri="{FF2B5EF4-FFF2-40B4-BE49-F238E27FC236}">
                <a16:creationId xmlns:a16="http://schemas.microsoft.com/office/drawing/2014/main" id="{2F4A92FC-22B2-45CA-AAE3-4107A123B13C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983座24小时开放</a:t>
            </a:r>
          </a:p>
        </p:txBody>
      </p:sp>
      <p:sp>
        <p:nvSpPr>
          <p:cNvPr id="13" name="219">
            <a:extLst>
              <a:ext uri="{FF2B5EF4-FFF2-40B4-BE49-F238E27FC236}">
                <a16:creationId xmlns:a16="http://schemas.microsoft.com/office/drawing/2014/main" id="{F12F93F1-19DA-46FE-960D-7BB00CAD3386}"/>
              </a:ext>
            </a:extLst>
          </p:cNvPr>
          <p:cNvSpPr>
            <a:spLocks noGrp="1"/>
          </p:cNvSpPr>
          <p:nvPr/>
        </p:nvSpPr>
        <p:spPr>
          <a:xfrm>
            <a:off x="90868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219</a:t>
            </a:r>
          </a:p>
        </p:txBody>
      </p:sp>
      <p:sp>
        <p:nvSpPr>
          <p:cNvPr id="14" name="所街镇老年学校">
            <a:extLst>
              <a:ext uri="{FF2B5EF4-FFF2-40B4-BE49-F238E27FC236}">
                <a16:creationId xmlns:a16="http://schemas.microsoft.com/office/drawing/2014/main" id="{B03A1E6C-8C89-4BC2-A0CD-F562AC307DAF}"/>
              </a:ext>
            </a:extLst>
          </p:cNvPr>
          <p:cNvSpPr>
            <a:spLocks noGrp="1"/>
          </p:cNvSpPr>
          <p:nvPr/>
        </p:nvSpPr>
        <p:spPr>
          <a:xfrm>
            <a:off x="90868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所街镇老年学校</a:t>
            </a:r>
          </a:p>
        </p:txBody>
      </p:sp>
      <p:sp>
        <p:nvSpPr>
          <p:cNvPr id="15" name="另有6317个居村学习点">
            <a:extLst>
              <a:ext uri="{FF2B5EF4-FFF2-40B4-BE49-F238E27FC236}">
                <a16:creationId xmlns:a16="http://schemas.microsoft.com/office/drawing/2014/main" id="{BE21B1E0-D199-498E-A215-68F3812AF2D2}"/>
              </a:ext>
            </a:extLst>
          </p:cNvPr>
          <p:cNvSpPr>
            <a:spLocks noGrp="1"/>
          </p:cNvSpPr>
          <p:nvPr/>
        </p:nvSpPr>
        <p:spPr>
          <a:xfrm>
            <a:off x="90868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另有6317个居村学习点</a:t>
            </a:r>
          </a:p>
        </p:txBody>
      </p:sp>
      <p:sp>
        <p:nvSpPr>
          <p:cNvPr id="16" name="不同单位分别展示，数量不能相加">
            <a:extLst>
              <a:ext uri="{FF2B5EF4-FFF2-40B4-BE49-F238E27FC236}">
                <a16:creationId xmlns:a16="http://schemas.microsoft.com/office/drawing/2014/main" id="{DF7CE2B2-9028-46A5-9DD7-624885178F6B}"/>
              </a:ext>
            </a:extLst>
          </p:cNvPr>
          <p:cNvSpPr>
            <a:spLocks noGrp="1"/>
          </p:cNvSpPr>
          <p:nvPr/>
        </p:nvSpPr>
        <p:spPr>
          <a:xfrm>
            <a:off x="571500" y="550545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不同单位分别展示，数量不能相加</a:t>
            </a:r>
          </a:p>
        </p:txBody>
      </p:sp>
      <p:pic>
        <p:nvPicPr>
          <p:cNvPr id="18" name="Rive第7页演示（隐藏后可编辑下层）">
            <a:extLst>
              <a:ext uri="{FF2B5EF4-FFF2-40B4-BE49-F238E27FC236}">
                <a16:creationId xmlns:a16="http://schemas.microsoft.com/office/drawing/2014/main" id="{4C36703C-8864-4011-BA8A-D1FD2C91B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07">
            <a:extLst>
              <a:ext uri="{FF2B5EF4-FFF2-40B4-BE49-F238E27FC236}">
                <a16:creationId xmlns:a16="http://schemas.microsoft.com/office/drawing/2014/main" id="{F3DDE0E1-C655-4205-A7EA-CD7EA092F72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4EFE8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67726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长者食堂的地图与折中曲线">
            <a:extLst>
              <a:ext uri="{FF2B5EF4-FFF2-40B4-BE49-F238E27FC236}">
                <a16:creationId xmlns:a16="http://schemas.microsoft.com/office/drawing/2014/main" id="{A63E0811-5018-424B-A425-0D020B1028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社区长者食堂的地图与折中曲线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43EEB6F-19FE-4243-9FA2-94C2AB06FD7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EBBD42F5-04CC-4048-9AB2-6CFF6615AB0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0C5666-F162-4312-81A3-64BE5A4EC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8284F5B-087F-43E9-B4A9-DFD61614E389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36EC492-4829-4A66-9A7A-D17184569E88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5C83F61-6F09-4A4F-A9E7-7908A742F61D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0EBAF60-37C6-44E7-AE4F-746111FEE5D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0公里 / 72.0%">
            <a:extLst>
              <a:ext uri="{FF2B5EF4-FFF2-40B4-BE49-F238E27FC236}">
                <a16:creationId xmlns:a16="http://schemas.microsoft.com/office/drawing/2014/main" id="{7293AD9C-2817-465B-B83C-4F8FDCCAFF9D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1.80公里 / 72.0%</a:t>
            </a:r>
          </a:p>
        </p:txBody>
      </p:sp>
      <p:sp>
        <p:nvSpPr>
          <p:cNvPr id="10" name="七区 候选 0.75公里 / 75.7%">
            <a:extLst>
              <a:ext uri="{FF2B5EF4-FFF2-40B4-BE49-F238E27FC236}">
                <a16:creationId xmlns:a16="http://schemas.microsoft.com/office/drawing/2014/main" id="{A3B8D81C-474F-4314-8C46-E2E856B75B8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0.75公里 / 75.7%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6F32D1E0-6B78-4B30-BFA0-E60B5642A47A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463009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书馆服务网点的地图与折中曲线">
            <a:extLst>
              <a:ext uri="{FF2B5EF4-FFF2-40B4-BE49-F238E27FC236}">
                <a16:creationId xmlns:a16="http://schemas.microsoft.com/office/drawing/2014/main" id="{0E60D48E-5144-41B3-A281-5723B15B564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图书馆服务网点的地图与折中曲线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3BB849C6-8EEC-4F5A-83D8-AF5A30411CE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0">
            <a:extLst>
              <a:ext uri="{FF2B5EF4-FFF2-40B4-BE49-F238E27FC236}">
                <a16:creationId xmlns:a16="http://schemas.microsoft.com/office/drawing/2014/main" id="{426F4126-A7AB-4EA8-B48F-CA045BA4477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49A1A5-4503-49CC-8704-29CD1D323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9404FC02-5E82-4EFB-BF5A-56284C202266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7DFBA9B-E488-45B2-9529-0AEB03695433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7EEEAA6-C771-484B-8D21-EDBE2D0CC41F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8E749EC4-8867-40CE-9BD3-8A70CB7CE1D6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5公里 / 72.5%">
            <a:extLst>
              <a:ext uri="{FF2B5EF4-FFF2-40B4-BE49-F238E27FC236}">
                <a16:creationId xmlns:a16="http://schemas.microsoft.com/office/drawing/2014/main" id="{0054BD84-D600-4C01-B957-2939AE64EAD0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1.85公里 / 72.5%</a:t>
            </a:r>
          </a:p>
        </p:txBody>
      </p:sp>
      <p:sp>
        <p:nvSpPr>
          <p:cNvPr id="10" name="七区 候选 1.00公里 / 77.0%">
            <a:extLst>
              <a:ext uri="{FF2B5EF4-FFF2-40B4-BE49-F238E27FC236}">
                <a16:creationId xmlns:a16="http://schemas.microsoft.com/office/drawing/2014/main" id="{3F08CB27-31FD-4AEE-94DD-B8DC08850494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1.00公里 / 77.0%</a:t>
            </a:r>
          </a:p>
        </p:txBody>
      </p:sp>
      <p:sp>
        <p:nvSpPr>
          <p:cNvPr id="11" name="同一时点半径变化　服务网点不保证自习座位">
            <a:extLst>
              <a:ext uri="{FF2B5EF4-FFF2-40B4-BE49-F238E27FC236}">
                <a16:creationId xmlns:a16="http://schemas.microsoft.com/office/drawing/2014/main" id="{F833FC4C-7EEB-4FB9-A214-DCD735E9D665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服务网点不保证自习座位</a:t>
            </a:r>
          </a:p>
        </p:txBody>
      </p:sp>
    </p:spTree>
    <p:extLst>
      <p:ext uri="{BB962C8B-B14F-4D97-AF65-F5344CB8AC3E}">
        <p14:creationId xmlns:p14="http://schemas.microsoft.com/office/powerpoint/2010/main" val="509560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市民健身中心的地图与折中曲线">
            <a:extLst>
              <a:ext uri="{FF2B5EF4-FFF2-40B4-BE49-F238E27FC236}">
                <a16:creationId xmlns:a16="http://schemas.microsoft.com/office/drawing/2014/main" id="{511C682D-0A07-430B-91B6-27B147A1FDE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AD4E82BB-BB60-4EB2-8D75-B06097204FCA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7F63AF0-06C5-4CAB-BE99-E34B2C1510F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4A62FF-A683-4188-9A8C-74103195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45A97EFE-CC21-418E-BE30-8901AF38431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EA2DA549-E07F-4FFC-9304-D31DF00E47F7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CE3794E0-BBE0-4676-9E69-DA58D59FD24B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2AED65EF-FD15-4D8B-B4A0-7CEBCA8E9029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63公里 / 70.9%">
            <a:extLst>
              <a:ext uri="{FF2B5EF4-FFF2-40B4-BE49-F238E27FC236}">
                <a16:creationId xmlns:a16="http://schemas.microsoft.com/office/drawing/2014/main" id="{3A0D2C22-68BC-43E6-8F69-1605F2C7EE99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2.63公里 / 70.9%</a:t>
            </a:r>
          </a:p>
        </p:txBody>
      </p:sp>
      <p:sp>
        <p:nvSpPr>
          <p:cNvPr id="10" name="七区 候选 1.20公里 / 76.2%">
            <a:extLst>
              <a:ext uri="{FF2B5EF4-FFF2-40B4-BE49-F238E27FC236}">
                <a16:creationId xmlns:a16="http://schemas.microsoft.com/office/drawing/2014/main" id="{822CC2EC-2664-42A4-A340-3FD38B71F321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1.20公里 / 76.2%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7949B7F5-C433-46E8-93C6-CFD2A029EE4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50456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公园类绿地 初版的地图与折中曲线">
            <a:extLst>
              <a:ext uri="{FF2B5EF4-FFF2-40B4-BE49-F238E27FC236}">
                <a16:creationId xmlns:a16="http://schemas.microsoft.com/office/drawing/2014/main" id="{2167BEB7-E0C7-4814-A38B-48E8386BC5B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公园类绿地 初版的地图与折中曲线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9A530FB-059A-45AA-ACBB-2B0E465410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3FB7FD2C-BFB8-47B2-B758-87BF40F6D23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FC89C8-3857-4324-BD9E-1D9696D09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70BDF96-A8FD-4ED2-8F88-1ABC33C983E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12FFDFFD-7C3B-4727-A5A5-9F5EFE91792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D265113-2415-4BFB-AF72-151A3EF231D6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59224D4-F356-4914-8C85-BA965972CF2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0.97公里 / 76.5%">
            <a:extLst>
              <a:ext uri="{FF2B5EF4-FFF2-40B4-BE49-F238E27FC236}">
                <a16:creationId xmlns:a16="http://schemas.microsoft.com/office/drawing/2014/main" id="{6D145848-640F-4BEB-B4A9-2B3DC4A76A78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0.97公里 / 76.5%</a:t>
            </a:r>
          </a:p>
        </p:txBody>
      </p:sp>
      <p:sp>
        <p:nvSpPr>
          <p:cNvPr id="10" name="七区 候选 0.45公里 / 72.5%">
            <a:extLst>
              <a:ext uri="{FF2B5EF4-FFF2-40B4-BE49-F238E27FC236}">
                <a16:creationId xmlns:a16="http://schemas.microsoft.com/office/drawing/2014/main" id="{B1609C74-308D-4E8E-976F-B26E1B5F2E06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0.45公里 / 72.5%</a:t>
            </a:r>
          </a:p>
        </p:txBody>
      </p:sp>
      <p:sp>
        <p:nvSpPr>
          <p:cNvPr id="11" name="同一时点半径变化　绿地按范围距离；实际开放与入口待核验">
            <a:extLst>
              <a:ext uri="{FF2B5EF4-FFF2-40B4-BE49-F238E27FC236}">
                <a16:creationId xmlns:a16="http://schemas.microsoft.com/office/drawing/2014/main" id="{6E9BB25E-1E85-48E8-B893-BBF5628C1C17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绿地按范围距离；实际开放与入口待核验</a:t>
            </a:r>
          </a:p>
        </p:txBody>
      </p:sp>
    </p:spTree>
    <p:extLst>
      <p:ext uri="{BB962C8B-B14F-4D97-AF65-F5344CB8AC3E}">
        <p14:creationId xmlns:p14="http://schemas.microsoft.com/office/powerpoint/2010/main" val="191754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文化活动中心的地图与折中曲线">
            <a:extLst>
              <a:ext uri="{FF2B5EF4-FFF2-40B4-BE49-F238E27FC236}">
                <a16:creationId xmlns:a16="http://schemas.microsoft.com/office/drawing/2014/main" id="{5D7945C1-DCCC-43CA-BEBD-13A83FA23BE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社区文化活动中心的地图与折中曲线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A0496757-2EAD-4173-8144-BA1306FB8F9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130FD35C-C001-4FEA-903A-1B043E91FD0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D41F30-5B9E-4A54-8114-94359407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123F574D-BB8F-41BF-95FE-444641C99DBD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9AA94FA4-6CD3-461C-B167-4147B45570A5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B8286B7-94DE-407A-A260-941E806A123A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DFDBD8AD-B91C-4851-A057-FC44F83C02A7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52公里 / 73.4%">
            <a:extLst>
              <a:ext uri="{FF2B5EF4-FFF2-40B4-BE49-F238E27FC236}">
                <a16:creationId xmlns:a16="http://schemas.microsoft.com/office/drawing/2014/main" id="{084576CB-1A46-4220-B3F6-FB018D6F3F31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2.52公里 / 73.4%</a:t>
            </a:r>
          </a:p>
        </p:txBody>
      </p:sp>
      <p:sp>
        <p:nvSpPr>
          <p:cNvPr id="10" name="七区 候选 1.23公里 / 80.2%">
            <a:extLst>
              <a:ext uri="{FF2B5EF4-FFF2-40B4-BE49-F238E27FC236}">
                <a16:creationId xmlns:a16="http://schemas.microsoft.com/office/drawing/2014/main" id="{0A174D9A-9A32-402F-A9E2-31A4FA6EAAB3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1.23公里 / 80.2%</a:t>
            </a:r>
          </a:p>
        </p:txBody>
      </p:sp>
      <p:sp>
        <p:nvSpPr>
          <p:cNvPr id="11" name="同一时点半径变化　登记同址不等于当前设有老年大学">
            <a:extLst>
              <a:ext uri="{FF2B5EF4-FFF2-40B4-BE49-F238E27FC236}">
                <a16:creationId xmlns:a16="http://schemas.microsoft.com/office/drawing/2014/main" id="{5D436CB7-4D84-4AE1-B6CF-D09720CDC56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登记同址不等于当前设有老年大学</a:t>
            </a:r>
          </a:p>
        </p:txBody>
      </p:sp>
    </p:spTree>
    <p:extLst>
      <p:ext uri="{BB962C8B-B14F-4D97-AF65-F5344CB8AC3E}">
        <p14:creationId xmlns:p14="http://schemas.microsoft.com/office/powerpoint/2010/main" val="886849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卫生服务中心的地图与折中曲线">
            <a:extLst>
              <a:ext uri="{FF2B5EF4-FFF2-40B4-BE49-F238E27FC236}">
                <a16:creationId xmlns:a16="http://schemas.microsoft.com/office/drawing/2014/main" id="{60230A4A-C819-40B3-BD67-619018B1BF9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12E23821-9D1D-4B8A-A43F-84503FC0FB4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F6E14609-C807-4A3B-9AEA-10B6F060C3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10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33B0FC-5F59-4DCA-A0CB-9A38B20F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319E9220-6D24-4FCF-BE89-C6FBDD9371A0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284EBA1C-02B6-4881-854F-1A045B71BCE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97F7D935-83BE-4ED9-92CC-589B059A0EA5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15250582-2BF4-476B-AAD7-CB916B5BC40D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27公里 / 72.5%">
            <a:extLst>
              <a:ext uri="{FF2B5EF4-FFF2-40B4-BE49-F238E27FC236}">
                <a16:creationId xmlns:a16="http://schemas.microsoft.com/office/drawing/2014/main" id="{1881189B-7A58-4605-9610-2844C17252BE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2.27公里 / 72.5%</a:t>
            </a:r>
          </a:p>
        </p:txBody>
      </p:sp>
      <p:sp>
        <p:nvSpPr>
          <p:cNvPr id="10" name="七区 候选 1.13公里 / 77.2%">
            <a:extLst>
              <a:ext uri="{FF2B5EF4-FFF2-40B4-BE49-F238E27FC236}">
                <a16:creationId xmlns:a16="http://schemas.microsoft.com/office/drawing/2014/main" id="{124628A5-E763-4BE9-B6E3-3F2C7D6F001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1.13公里 / 77.2%</a:t>
            </a:r>
          </a:p>
        </p:txBody>
      </p:sp>
      <p:sp>
        <p:nvSpPr>
          <p:cNvPr id="11" name="同一时点半径变化　只计已定位中心院址，不代表全部卫生服务站">
            <a:extLst>
              <a:ext uri="{FF2B5EF4-FFF2-40B4-BE49-F238E27FC236}">
                <a16:creationId xmlns:a16="http://schemas.microsoft.com/office/drawing/2014/main" id="{054102E0-8685-474F-A200-23DDD22D037C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只计已定位中心院址，不代表全部卫生服务站</a:t>
            </a:r>
          </a:p>
        </p:txBody>
      </p:sp>
    </p:spTree>
    <p:extLst>
      <p:ext uri="{BB962C8B-B14F-4D97-AF65-F5344CB8AC3E}">
        <p14:creationId xmlns:p14="http://schemas.microsoft.com/office/powerpoint/2010/main" val="4172318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我家所在街道的公共服务">
            <a:extLst>
              <a:ext uri="{FF2B5EF4-FFF2-40B4-BE49-F238E27FC236}">
                <a16:creationId xmlns:a16="http://schemas.microsoft.com/office/drawing/2014/main" id="{8E194085-0D2E-4398-BAAD-3CE0FD37733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我家所在街道的公共服务</a:t>
            </a:r>
          </a:p>
        </p:txBody>
      </p:sp>
      <p:sp>
        <p:nvSpPr>
          <p:cNvPr id="2" name="图片：小组提供；面积：长宁区政府街道概况，2026-03-09&#10;辖区总面积口径">
            <a:extLst>
              <a:ext uri="{FF2B5EF4-FFF2-40B4-BE49-F238E27FC236}">
                <a16:creationId xmlns:a16="http://schemas.microsoft.com/office/drawing/2014/main" id="{F1DFB1E4-BFB6-4950-9157-51BDE56ECEA5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图片：小组提供；面积：所在区政府公开的街道概况</a:t>
            </a: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辖区总面积口径</a:t>
            </a:r>
          </a:p>
        </p:txBody>
      </p:sp>
      <p:sp>
        <p:nvSpPr>
          <p:cNvPr id="3" name="15">
            <a:extLst>
              <a:ext uri="{FF2B5EF4-FFF2-40B4-BE49-F238E27FC236}">
                <a16:creationId xmlns:a16="http://schemas.microsoft.com/office/drawing/2014/main" id="{269F2E5F-42DE-4F99-A4DD-EB6BFD88CFC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sp>
        <p:nvSpPr>
          <p:cNvPr id="5" name="自行标注">
            <a:extLst>
              <a:ext uri="{FF2B5EF4-FFF2-40B4-BE49-F238E27FC236}">
                <a16:creationId xmlns:a16="http://schemas.microsoft.com/office/drawing/2014/main" id="{2FFF8C31-6926-476A-82D4-815B8BB7207C}"/>
              </a:ext>
            </a:extLst>
          </p:cNvPr>
          <p:cNvSpPr>
            <a:spLocks noGrp="1"/>
          </p:cNvSpPr>
          <p:nvPr/>
        </p:nvSpPr>
        <p:spPr>
          <a:xfrm>
            <a:off x="9563100" y="1476375"/>
            <a:ext cx="205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自行标注</a:t>
            </a:r>
          </a:p>
        </p:txBody>
      </p:sp>
      <p:sp>
        <p:nvSpPr>
          <p:cNvPr id="6" name="图书馆&#10;健身中心&#10;社区食堂&#10;公共绿地&#10;卫生中心">
            <a:extLst>
              <a:ext uri="{FF2B5EF4-FFF2-40B4-BE49-F238E27FC236}">
                <a16:creationId xmlns:a16="http://schemas.microsoft.com/office/drawing/2014/main" id="{F192DEDA-C78E-4F10-8DBE-426E8DFA9E21}"/>
              </a:ext>
            </a:extLst>
          </p:cNvPr>
          <p:cNvSpPr>
            <a:spLocks noGrp="1"/>
          </p:cNvSpPr>
          <p:nvPr/>
        </p:nvSpPr>
        <p:spPr>
          <a:xfrm>
            <a:off x="9563100" y="2152650"/>
            <a:ext cx="20574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健身中心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社区食堂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公共绿地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卫生中心</a:t>
            </a:r>
          </a:p>
        </p:txBody>
      </p:sp>
      <p:sp>
        <p:nvSpPr>
          <p:cNvPr id="7" name="辖区面积">
            <a:extLst>
              <a:ext uri="{FF2B5EF4-FFF2-40B4-BE49-F238E27FC236}">
                <a16:creationId xmlns:a16="http://schemas.microsoft.com/office/drawing/2014/main" id="{1E163551-95EA-4526-ACAC-9869C45681CB}"/>
              </a:ext>
            </a:extLst>
          </p:cNvPr>
          <p:cNvSpPr>
            <a:spLocks noGrp="1"/>
          </p:cNvSpPr>
          <p:nvPr/>
        </p:nvSpPr>
        <p:spPr>
          <a:xfrm>
            <a:off x="9563100" y="4505325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辖区面积</a:t>
            </a:r>
          </a:p>
        </p:txBody>
      </p:sp>
      <p:sp>
        <p:nvSpPr>
          <p:cNvPr id="8" name="约2">
            <a:extLst>
              <a:ext uri="{FF2B5EF4-FFF2-40B4-BE49-F238E27FC236}">
                <a16:creationId xmlns:a16="http://schemas.microsoft.com/office/drawing/2014/main" id="{2A63487D-FD1B-4140-9CDD-39FF46098684}"/>
              </a:ext>
            </a:extLst>
          </p:cNvPr>
          <p:cNvSpPr>
            <a:spLocks noGrp="1"/>
          </p:cNvSpPr>
          <p:nvPr/>
        </p:nvSpPr>
        <p:spPr>
          <a:xfrm>
            <a:off x="9563100" y="4905375"/>
            <a:ext cx="2057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约2</a:t>
            </a:r>
          </a:p>
        </p:txBody>
      </p:sp>
      <p:sp>
        <p:nvSpPr>
          <p:cNvPr id="9" name="平方公里">
            <a:extLst>
              <a:ext uri="{FF2B5EF4-FFF2-40B4-BE49-F238E27FC236}">
                <a16:creationId xmlns:a16="http://schemas.microsoft.com/office/drawing/2014/main" id="{F447FE9E-D74B-423C-8E0D-0505E2D34FF3}"/>
              </a:ext>
            </a:extLst>
          </p:cNvPr>
          <p:cNvSpPr>
            <a:spLocks noGrp="1"/>
          </p:cNvSpPr>
          <p:nvPr/>
        </p:nvSpPr>
        <p:spPr>
          <a:xfrm>
            <a:off x="9563100" y="5600700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平方公里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9346E37-507D-D7CA-C604-3E69F1CCB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1408648"/>
            <a:ext cx="7587975" cy="419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1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书馆：家附近的阅读与学习空间">
            <a:extLst>
              <a:ext uri="{FF2B5EF4-FFF2-40B4-BE49-F238E27FC236}">
                <a16:creationId xmlns:a16="http://schemas.microsoft.com/office/drawing/2014/main" id="{AD0947CE-BF3B-42B1-9A54-505A9C62E5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图书馆：家附近的阅读与学习空间</a:t>
            </a:r>
          </a:p>
        </p:txBody>
      </p:sp>
      <p:sp>
        <p:nvSpPr>
          <p:cNvPr id="2" name="图片：原稿提供；开放时段：上海图书馆服务网点公开记录，2026-">
            <a:extLst>
              <a:ext uri="{FF2B5EF4-FFF2-40B4-BE49-F238E27FC236}">
                <a16:creationId xmlns:a16="http://schemas.microsoft.com/office/drawing/2014/main" id="{F9A221A6-B000-4365-85AE-C11F3BF99B47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图片：原稿提供；开放时段：上海图书馆服务网点公开记录，2026-10-12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740F293-F38A-4D1F-A227-309914149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8768" y="1381125"/>
            <a:ext cx="6724465" cy="4476750"/>
          </a:xfrm>
          <a:prstGeom prst="rect">
            <a:avLst/>
          </a:prstGeom>
        </p:spPr>
      </p:pic>
      <p:sp>
        <p:nvSpPr>
          <p:cNvPr id="5" name="8:30—20:30">
            <a:extLst>
              <a:ext uri="{FF2B5EF4-FFF2-40B4-BE49-F238E27FC236}">
                <a16:creationId xmlns:a16="http://schemas.microsoft.com/office/drawing/2014/main" id="{44656C19-4A45-4A10-AB6E-7E1DF2D0F90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8:30—20:30</a:t>
            </a:r>
          </a:p>
        </p:txBody>
      </p:sp>
      <p:sp>
        <p:nvSpPr>
          <p:cNvPr id="6" name="周一至周日">
            <a:extLst>
              <a:ext uri="{FF2B5EF4-FFF2-40B4-BE49-F238E27FC236}">
                <a16:creationId xmlns:a16="http://schemas.microsoft.com/office/drawing/2014/main" id="{8E7723D3-A12A-43A9-9713-97349EDAAFC5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周一至周日</a:t>
            </a:r>
          </a:p>
        </p:txBody>
      </p:sp>
      <p:sp>
        <p:nvSpPr>
          <p:cNvPr id="7" name="阅览与借阅&#10;自习功能以实际场馆为准">
            <a:extLst>
              <a:ext uri="{FF2B5EF4-FFF2-40B4-BE49-F238E27FC236}">
                <a16:creationId xmlns:a16="http://schemas.microsoft.com/office/drawing/2014/main" id="{DD2B5816-8A71-4C76-9162-E15AA4D3B153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阅览与借阅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自习功能以实际场馆为准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1EF6C09B-59AF-4A54-8B9C-C61848160F6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8EF9E946-A51E-45A6-B95A-D324DA0DF288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E2C407BA-E265-4D7A-A579-785A760B1633}"/>
              </a:ext>
            </a:extLst>
          </p:cNvPr>
          <p:cNvSpPr>
            <a:spLocks noGrp="1"/>
          </p:cNvSpPr>
          <p:nvPr/>
        </p:nvSpPr>
        <p:spPr>
          <a:xfrm>
            <a:off x="9498211" y="3638550"/>
            <a:ext cx="1643063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AFF39AFA-A762-4E0A-B251-E4D43D2939EA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30C277BE-9416-4074-B7CA-797D7885A111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91ACB7E4-F9CA-438A-A1E4-84F1839678D8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6页演示（隐藏后可编辑下层）">
            <a:extLst>
              <a:ext uri="{FF2B5EF4-FFF2-40B4-BE49-F238E27FC236}">
                <a16:creationId xmlns:a16="http://schemas.microsoft.com/office/drawing/2014/main" id="{F98234E0-B45F-47EF-AFBB-DA1C57265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16">
            <a:extLst>
              <a:ext uri="{FF2B5EF4-FFF2-40B4-BE49-F238E27FC236}">
                <a16:creationId xmlns:a16="http://schemas.microsoft.com/office/drawing/2014/main" id="{4D648CC4-A536-4437-844E-C8A8011CD35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37901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市民健身中心：日常运动空间">
            <a:extLst>
              <a:ext uri="{FF2B5EF4-FFF2-40B4-BE49-F238E27FC236}">
                <a16:creationId xmlns:a16="http://schemas.microsoft.com/office/drawing/2014/main" id="{DCDB5945-C9ED-4808-961C-FCB288C77A2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市民健身中心：日常运动空间</a:t>
            </a:r>
          </a:p>
        </p:txBody>
      </p:sp>
      <p:sp>
        <p:nvSpPr>
          <p:cNvPr id="2" name="图片：原稿提供；开放时段：上海公共体育设施平台记录，2026-1">
            <a:extLst>
              <a:ext uri="{FF2B5EF4-FFF2-40B4-BE49-F238E27FC236}">
                <a16:creationId xmlns:a16="http://schemas.microsoft.com/office/drawing/2014/main" id="{54F571BB-F987-4C41-A15F-17BB722EEA4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图片：原稿提供；开放时段：上海公共体育设施平台记录，2026-10-12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653020-8E8D-4B7C-946E-5CEBF3A99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6059" y="1381125"/>
            <a:ext cx="6709883" cy="4476750"/>
          </a:xfrm>
          <a:prstGeom prst="rect">
            <a:avLst/>
          </a:prstGeom>
        </p:spPr>
      </p:pic>
      <p:sp>
        <p:nvSpPr>
          <p:cNvPr id="5" name="7:00—22:00">
            <a:extLst>
              <a:ext uri="{FF2B5EF4-FFF2-40B4-BE49-F238E27FC236}">
                <a16:creationId xmlns:a16="http://schemas.microsoft.com/office/drawing/2014/main" id="{B116076B-C205-458F-9D20-AA619827AEF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7:00—22:00</a:t>
            </a:r>
          </a:p>
        </p:txBody>
      </p:sp>
      <p:sp>
        <p:nvSpPr>
          <p:cNvPr id="6" name="工作日及周末">
            <a:extLst>
              <a:ext uri="{FF2B5EF4-FFF2-40B4-BE49-F238E27FC236}">
                <a16:creationId xmlns:a16="http://schemas.microsoft.com/office/drawing/2014/main" id="{2B382EBE-BB91-4D8D-8404-C8D02C92B143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工作日及周末</a:t>
            </a:r>
          </a:p>
        </p:txBody>
      </p:sp>
      <p:sp>
        <p:nvSpPr>
          <p:cNvPr id="7" name="市民健身中心分类&#10;收费及预约按场馆规则">
            <a:extLst>
              <a:ext uri="{FF2B5EF4-FFF2-40B4-BE49-F238E27FC236}">
                <a16:creationId xmlns:a16="http://schemas.microsoft.com/office/drawing/2014/main" id="{E857D860-293D-4786-8F99-0CDF59AE541D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市民健身中心分类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收费及预约按场馆规则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E64143E2-4539-4E9F-A98D-4CC01828B825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0E718E2F-8408-4A45-A13F-DA2FD28FFB32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56694428-5458-46F9-9887-5AC770EF756F}"/>
              </a:ext>
            </a:extLst>
          </p:cNvPr>
          <p:cNvSpPr>
            <a:spLocks noGrp="1"/>
          </p:cNvSpPr>
          <p:nvPr/>
        </p:nvSpPr>
        <p:spPr>
          <a:xfrm>
            <a:off x="9292828" y="3638550"/>
            <a:ext cx="2053828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D07F2E2D-C2C2-48F8-B4F0-9E1393F82E04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21E2E6DA-71AF-4AE2-AE15-CE2E986EB70C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E0AF95CA-C1E3-4B16-BDE5-2F2F590780C0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7页演示（隐藏后可编辑下层）">
            <a:extLst>
              <a:ext uri="{FF2B5EF4-FFF2-40B4-BE49-F238E27FC236}">
                <a16:creationId xmlns:a16="http://schemas.microsoft.com/office/drawing/2014/main" id="{957D1436-CE2C-4975-8272-8640B0BE9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17">
            <a:extLst>
              <a:ext uri="{FF2B5EF4-FFF2-40B4-BE49-F238E27FC236}">
                <a16:creationId xmlns:a16="http://schemas.microsoft.com/office/drawing/2014/main" id="{700C98EF-3D26-4DEF-8FDC-5D086ECD103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8396674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家门口的其他生活场景">
            <a:extLst>
              <a:ext uri="{FF2B5EF4-FFF2-40B4-BE49-F238E27FC236}">
                <a16:creationId xmlns:a16="http://schemas.microsoft.com/office/drawing/2014/main" id="{B85175F7-A0FC-4A80-92FC-28C04CE1185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家门口的其他生活场景</a:t>
            </a:r>
          </a:p>
        </p:txBody>
      </p:sp>
      <p:sp>
        <p:nvSpPr>
          <p:cNvPr id="2" name="图片：小组提供">
            <a:extLst>
              <a:ext uri="{FF2B5EF4-FFF2-40B4-BE49-F238E27FC236}">
                <a16:creationId xmlns:a16="http://schemas.microsoft.com/office/drawing/2014/main" id="{731302A4-CB52-49E7-8096-E5EACC18C6F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</a:t>
            </a:r>
          </a:p>
        </p:txBody>
      </p:sp>
      <p:sp>
        <p:nvSpPr>
          <p:cNvPr id="4" name="社区食堂">
            <a:extLst>
              <a:ext uri="{FF2B5EF4-FFF2-40B4-BE49-F238E27FC236}">
                <a16:creationId xmlns:a16="http://schemas.microsoft.com/office/drawing/2014/main" id="{0A87AAE3-4910-45A8-9AB4-FFD578F11CEE}"/>
              </a:ext>
            </a:extLst>
          </p:cNvPr>
          <p:cNvSpPr>
            <a:spLocks noGrp="1"/>
          </p:cNvSpPr>
          <p:nvPr/>
        </p:nvSpPr>
        <p:spPr>
          <a:xfrm>
            <a:off x="571500" y="1552575"/>
            <a:ext cx="3804817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社区食堂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25D9C8-F8B8-4D21-92E4-6A85C765A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228850"/>
            <a:ext cx="3804817" cy="3143250"/>
          </a:xfrm>
          <a:prstGeom prst="rect">
            <a:avLst/>
          </a:prstGeom>
        </p:spPr>
      </p:pic>
      <p:sp>
        <p:nvSpPr>
          <p:cNvPr id="6" name="公共绿地">
            <a:extLst>
              <a:ext uri="{FF2B5EF4-FFF2-40B4-BE49-F238E27FC236}">
                <a16:creationId xmlns:a16="http://schemas.microsoft.com/office/drawing/2014/main" id="{9011E5FD-D00A-4144-B206-8337957E88F3}"/>
              </a:ext>
            </a:extLst>
          </p:cNvPr>
          <p:cNvSpPr>
            <a:spLocks noGrp="1"/>
          </p:cNvSpPr>
          <p:nvPr/>
        </p:nvSpPr>
        <p:spPr>
          <a:xfrm>
            <a:off x="4628530" y="1552575"/>
            <a:ext cx="41910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公共绿地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41D73FE-C374-4D74-AFAB-F99C622A2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28530" y="2228850"/>
            <a:ext cx="4191000" cy="3143250"/>
          </a:xfrm>
          <a:prstGeom prst="rect">
            <a:avLst/>
          </a:prstGeom>
        </p:spPr>
      </p:pic>
      <p:sp>
        <p:nvSpPr>
          <p:cNvPr id="8" name="社区卫生服务中心">
            <a:extLst>
              <a:ext uri="{FF2B5EF4-FFF2-40B4-BE49-F238E27FC236}">
                <a16:creationId xmlns:a16="http://schemas.microsoft.com/office/drawing/2014/main" id="{61C2F7EF-ECF9-4D32-9677-F1EE0D2BB275}"/>
              </a:ext>
            </a:extLst>
          </p:cNvPr>
          <p:cNvSpPr>
            <a:spLocks noGrp="1"/>
          </p:cNvSpPr>
          <p:nvPr/>
        </p:nvSpPr>
        <p:spPr>
          <a:xfrm>
            <a:off x="9071744" y="1552575"/>
            <a:ext cx="2548756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FA80317-D158-493B-B781-0EB027DAA9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71744" y="2228850"/>
            <a:ext cx="2548756" cy="3143250"/>
          </a:xfrm>
          <a:prstGeom prst="rect">
            <a:avLst/>
          </a:prstGeom>
        </p:spPr>
      </p:pic>
      <p:pic>
        <p:nvPicPr>
          <p:cNvPr id="11" name="Rive第18页演示（隐藏后可编辑下层）">
            <a:extLst>
              <a:ext uri="{FF2B5EF4-FFF2-40B4-BE49-F238E27FC236}">
                <a16:creationId xmlns:a16="http://schemas.microsoft.com/office/drawing/2014/main" id="{B736A5C1-3112-410B-BBA1-3FC9E7406A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18">
            <a:extLst>
              <a:ext uri="{FF2B5EF4-FFF2-40B4-BE49-F238E27FC236}">
                <a16:creationId xmlns:a16="http://schemas.microsoft.com/office/drawing/2014/main" id="{A45F8528-E1CF-41AC-9A8F-AD626DE2AC8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740605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先从一座厕所说起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52768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noGrp="1"/>
          </p:cNvSpPr>
          <p:nvPr/>
        </p:nvSpPr>
        <p:spPr>
          <a:xfrm>
            <a:off x="571500" y="1905000"/>
            <a:ext cx="51435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8,325 条记录</a:t>
            </a:r>
          </a:p>
        </p:txBody>
      </p:sp>
      <p:sp>
        <p:nvSpPr>
          <p:cNvPr id="7" name="text-8">
            <a:extLst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noGrp="1"/>
          </p:cNvSpPr>
          <p:nvPr/>
        </p:nvSpPr>
        <p:spPr>
          <a:xfrm>
            <a:off x="6343650" y="1905000"/>
            <a:ext cx="52768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973 座在运营</a:t>
            </a:r>
          </a:p>
        </p:txBody>
      </p:sp>
      <p:sp>
        <p:nvSpPr>
          <p:cNvPr id="8" name="text-9">
            <a:extLst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noGrp="1"/>
          </p:cNvSpPr>
          <p:nvPr/>
        </p:nvSpPr>
        <p:spPr>
          <a:xfrm>
            <a:off x="571500" y="26860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约每 3,000 人一处</a:t>
            </a:r>
          </a:p>
        </p:txBody>
      </p:sp>
      <p:sp>
        <p:nvSpPr>
          <p:cNvPr id="9" name="text-10">
            <a:extLst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noGrp="1"/>
          </p:cNvSpPr>
          <p:nvPr/>
        </p:nvSpPr>
        <p:spPr>
          <a:xfrm>
            <a:off x="6343650" y="2686050"/>
            <a:ext cx="52768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近每 9,000 人一处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502890"/>
            <a:ext cx="2800350" cy="1757220"/>
          </a:xfrm>
          <a:prstGeom prst="rect">
            <a:avLst/>
          </a:prstGeom>
        </p:spPr>
      </p:pic>
      <p:sp>
        <p:nvSpPr>
          <p:cNvPr id="11" name="text-11">
            <a:extLst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noGrp="1"/>
          </p:cNvSpPr>
          <p:nvPr/>
        </p:nvSpPr>
        <p:spPr>
          <a:xfrm>
            <a:off x="3619500" y="3629025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2,631 座改造</a:t>
            </a:r>
          </a:p>
        </p:txBody>
      </p:sp>
      <p:sp>
        <p:nvSpPr>
          <p:cNvPr id="12" name="text-12">
            <a:extLst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noGrp="1"/>
          </p:cNvSpPr>
          <p:nvPr/>
        </p:nvSpPr>
        <p:spPr>
          <a:xfrm>
            <a:off x="3619500" y="4171950"/>
            <a:ext cx="2171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适老、适幼设施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第三卫生间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免费厕纸和热水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24947" y="3448050"/>
            <a:ext cx="4714256" cy="981075"/>
          </a:xfrm>
          <a:prstGeom prst="rect">
            <a:avLst/>
          </a:prstGeom>
        </p:spPr>
      </p:pic>
      <p:sp>
        <p:nvSpPr>
          <p:cNvPr id="14" name="text-13">
            <a:extLst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noGrp="1"/>
          </p:cNvSpPr>
          <p:nvPr/>
        </p:nvSpPr>
        <p:spPr>
          <a:xfrm>
            <a:off x="6343650" y="47434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全天 24 小时开放的只有 8 座</a:t>
            </a:r>
          </a:p>
        </p:txBody>
      </p:sp>
      <p:sp>
        <p:nvSpPr>
          <p:cNvPr id="15" name="text-14">
            <a:extLst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比什么，怎么比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18</a:t>
            </a:r>
          </a:p>
        </p:txBody>
      </p:sp>
      <p:sp>
        <p:nvSpPr>
          <p:cNvPr id="4" name="text-15">
            <a:extLst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</a:t>
            </a:r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住、吃、穿、行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noGrp="1"/>
          </p:cNvSpPr>
          <p:nvPr/>
        </p:nvSpPr>
        <p:spPr>
          <a:xfrm>
            <a:off x="781050" y="292417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</a:t>
            </a:r>
          </a:p>
        </p:txBody>
      </p:sp>
      <p:sp>
        <p:nvSpPr>
          <p:cNvPr id="7" name="text-18">
            <a:extLst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医疗、治安、教育、文化</a:t>
            </a:r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noGrp="1"/>
          </p:cNvSpPr>
          <p:nvPr/>
        </p:nvSpPr>
        <p:spPr>
          <a:xfrm>
            <a:off x="781050" y="47053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单独看：怎么对待最穷的人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="6315075" y="1457325"/>
          <a:ext cx="5305425" cy="17430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21">
            <a:extLst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noGrp="1"/>
          </p:cNvSpPr>
          <p:nvPr/>
        </p:nvSpPr>
        <p:spPr>
          <a:xfrm>
            <a:off x="6315075" y="3562350"/>
            <a:ext cx="53054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6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家庭收入差约两倍半</a:t>
            </a:r>
          </a:p>
        </p:txBody>
      </p:sp>
      <p:sp>
        <p:nvSpPr>
          <p:cNvPr id="12" name="text-22">
            <a:extLst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noGrp="1"/>
          </p:cNvSpPr>
          <p:nvPr/>
        </p:nvSpPr>
        <p:spPr>
          <a:xfrm>
            <a:off x="6315075" y="4229100"/>
            <a:ext cx="53054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 55 万元　上海约 20.6 万元</a:t>
            </a:r>
          </a:p>
        </p:txBody>
      </p:sp>
      <p:sp>
        <p:nvSpPr>
          <p:cNvPr id="13" name="text-23">
            <a:extLst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noGrp="1"/>
          </p:cNvSpPr>
          <p:nvPr/>
        </p:nvSpPr>
        <p:spPr>
          <a:xfrm>
            <a:off x="6315075" y="4905375"/>
            <a:ext cx="5305425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现金收入是背景，</a:t>
            </a:r>
          </a:p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具体生活要分项比较。</a:t>
            </a:r>
          </a:p>
        </p:txBody>
      </p:sp>
      <p:sp>
        <p:nvSpPr>
          <p:cNvPr id="14" name="text-24">
            <a:extLst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住：稳定居住，上海明显占优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自有住房率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="571500" y="2009775"/>
          <a:ext cx="5219700" cy="1514475"/>
        </p:xfrm>
        <a:graphic>
          <a:graphicData uri="http://schemas.openxmlformats.org/drawingml/2006/table">
            <a:tbl>
              <a:tblPr/>
              <a:tblGrid>
                <a:gridCol w="260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9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noGrp="1"/>
          </p:cNvSpPr>
          <p:nvPr/>
        </p:nvSpPr>
        <p:spPr>
          <a:xfrm>
            <a:off x="571500" y="395287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相差约 27 个百分点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5219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纽约约一半租房家庭，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房租占收入三成以上。</a:t>
            </a:r>
          </a:p>
        </p:txBody>
      </p:sp>
      <p:sp>
        <p:nvSpPr>
          <p:cNvPr id="8" name="text-28">
            <a:extLst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上海继续增加住房支持</a:t>
            </a:r>
          </a:p>
        </p:txBody>
      </p:sp>
      <p:pic>
        <p:nvPicPr>
          <p:cNvPr id="9" name="图片 8" descr="2025年上海市统计公报官网完整句：全年完成零星旧改12万平方米，受益居民4354户。">
            <a:extLst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533650"/>
            <a:ext cx="5276850" cy="327016"/>
          </a:xfrm>
          <a:prstGeom prst="rect">
            <a:avLst/>
          </a:prstGeom>
        </p:spPr>
      </p:pic>
      <p:sp>
        <p:nvSpPr>
          <p:cNvPr id="10" name="text-29">
            <a:extLst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noGrp="1"/>
          </p:cNvSpPr>
          <p:nvPr/>
        </p:nvSpPr>
        <p:spPr>
          <a:xfrm>
            <a:off x="6343650" y="3457575"/>
            <a:ext cx="52768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0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7.4 万套（间）</a:t>
            </a:r>
          </a:p>
        </p:txBody>
      </p:sp>
      <p:sp>
        <p:nvSpPr>
          <p:cNvPr id="11" name="text-30">
            <a:extLst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noGrp="1"/>
          </p:cNvSpPr>
          <p:nvPr/>
        </p:nvSpPr>
        <p:spPr>
          <a:xfrm>
            <a:off x="6343650" y="4114800"/>
            <a:ext cx="52768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2025年建设筹措保障性租赁住房</a:t>
            </a:r>
          </a:p>
        </p:txBody>
      </p:sp>
      <p:sp>
        <p:nvSpPr>
          <p:cNvPr id="12" name="text-31">
            <a:extLst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noGrp="1"/>
          </p:cNvSpPr>
          <p:nvPr/>
        </p:nvSpPr>
        <p:spPr>
          <a:xfrm>
            <a:off x="6343650" y="4791075"/>
            <a:ext cx="52768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建设者之家床位 3.2 万张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老楼加装电梯 3,295 台</a:t>
            </a:r>
          </a:p>
        </p:txBody>
      </p:sp>
      <p:sp>
        <p:nvSpPr>
          <p:cNvPr id="13" name="text-32">
            <a:extLst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2768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吃和穿：纽约领先，程度不同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="571500" y="1485900"/>
          <a:ext cx="11049000" cy="2476500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-33">
            <a:extLst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5191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吃：账面约 4.7 倍</a:t>
            </a:r>
          </a:p>
        </p:txBody>
      </p:sp>
      <p:sp>
        <p:nvSpPr>
          <p:cNvPr id="6" name="text-34">
            <a:extLst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19112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餐饮价格随工资走，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花钱多不等于吃得好同样多。</a:t>
            </a:r>
          </a:p>
        </p:txBody>
      </p:sp>
      <p:sp>
        <p:nvSpPr>
          <p:cNvPr id="7" name="text-35">
            <a:extLst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52768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穿：接近 7 倍</a:t>
            </a:r>
          </a:p>
        </p:txBody>
      </p:sp>
      <p:sp>
        <p:nvSpPr>
          <p:cNvPr id="8" name="text-36">
            <a:extLst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noGrp="1"/>
          </p:cNvSpPr>
          <p:nvPr/>
        </p:nvSpPr>
        <p:spPr>
          <a:xfrm>
            <a:off x="6343650" y="5010150"/>
            <a:ext cx="52768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全球化商品的消费差距，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比餐饮支出更直接。</a:t>
            </a:r>
          </a:p>
        </p:txBody>
      </p:sp>
      <p:sp>
        <p:nvSpPr>
          <p:cNvPr id="9" name="text-37">
            <a:extLst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noGrp="1"/>
          </p:cNvSpPr>
          <p:nvPr/>
        </p:nvSpPr>
        <p:spPr>
          <a:xfrm>
            <a:off x="571500" y="58578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行：日常出行，上海压倒性占优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21</a:t>
            </a:r>
          </a:p>
        </p:txBody>
      </p:sp>
      <p:sp>
        <p:nvSpPr>
          <p:cNvPr id="4" name="text-38">
            <a:extLst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把纽约票价按收入差距折算后，再比较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="571500" y="2028825"/>
          <a:ext cx="11049000" cy="221932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-39">
            <a:extLst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noGrp="1"/>
          </p:cNvSpPr>
          <p:nvPr/>
        </p:nvSpPr>
        <p:spPr>
          <a:xfrm>
            <a:off x="571500" y="4562475"/>
            <a:ext cx="3333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一日票 18 元</a:t>
            </a:r>
          </a:p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三日票 45 元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noGrp="1"/>
          </p:cNvSpPr>
          <p:nvPr/>
        </p:nvSpPr>
        <p:spPr>
          <a:xfrm>
            <a:off x="4476750" y="4562475"/>
            <a:ext cx="400050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消费中的交通负担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上海交通通信 10.6%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纽约都会区交通 14%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noGrp="1"/>
          </p:cNvSpPr>
          <p:nvPr/>
        </p:nvSpPr>
        <p:spPr>
          <a:xfrm>
            <a:off x="8905875" y="4562475"/>
            <a:ext cx="27146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每人每年乘坐地铁</a:t>
            </a:r>
          </a:p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两城均约 150 次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民生福祉：四项放在一起看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22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="571500" y="1438275"/>
          <a:ext cx="11049000" cy="3962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43">
            <a:extLst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noGrp="1"/>
          </p:cNvSpPr>
          <p:nvPr/>
        </p:nvSpPr>
        <p:spPr>
          <a:xfrm>
            <a:off x="571500" y="57435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怎么对待最穷的人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23</a:t>
            </a:r>
          </a:p>
        </p:txBody>
      </p:sp>
      <p:sp>
        <p:nvSpPr>
          <p:cNvPr id="4" name="text-44">
            <a:extLst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上海：把托底网络铺开</a:t>
            </a:r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noGrp="1"/>
          </p:cNvSpPr>
          <p:nvPr/>
        </p:nvSpPr>
        <p:spPr>
          <a:xfrm>
            <a:off x="571500" y="2009775"/>
            <a:ext cx="5219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1,690 元 / 人·月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noGrp="1"/>
          </p:cNvSpPr>
          <p:nvPr/>
        </p:nvSpPr>
        <p:spPr>
          <a:xfrm>
            <a:off x="571500" y="2714625"/>
            <a:ext cx="52197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2026年7月起，城乡统一低保标准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="571500" y="3476625"/>
          <a:ext cx="5219700" cy="2114552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纽约：住房出口仍然堵塞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noGrp="1"/>
          </p:cNvSpPr>
          <p:nvPr/>
        </p:nvSpPr>
        <p:spPr>
          <a:xfrm>
            <a:off x="6343650" y="2009775"/>
            <a:ext cx="52768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12.6 万人无家可归</a:t>
            </a:r>
          </a:p>
        </p:txBody>
      </p:sp>
      <p:sp>
        <p:nvSpPr>
          <p:cNvPr id="10" name="text-49">
            <a:extLst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noGrp="1"/>
          </p:cNvSpPr>
          <p:nvPr/>
        </p:nvSpPr>
        <p:spPr>
          <a:xfrm>
            <a:off x="6343650" y="2714625"/>
            <a:ext cx="52768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其中露宿街头 4,673 人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3627269"/>
            <a:ext cx="5276850" cy="127337"/>
          </a:xfrm>
          <a:prstGeom prst="rect">
            <a:avLst/>
          </a:prstGeom>
        </p:spPr>
      </p:pic>
      <p:sp>
        <p:nvSpPr>
          <p:cNvPr id="12" name="text-50">
            <a:extLst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noGrp="1"/>
          </p:cNvSpPr>
          <p:nvPr/>
        </p:nvSpPr>
        <p:spPr>
          <a:xfrm>
            <a:off x="6343650" y="4238625"/>
            <a:ext cx="52768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租赁空置率只有 1.4%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收容所的人难以搬入稳定住房</a:t>
            </a:r>
          </a:p>
        </p:txBody>
      </p:sp>
      <p:sp>
        <p:nvSpPr>
          <p:cNvPr id="13" name="text-51">
            <a:extLst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noGrp="1"/>
          </p:cNvSpPr>
          <p:nvPr/>
        </p:nvSpPr>
        <p:spPr>
          <a:xfrm>
            <a:off x="6457950" y="5362575"/>
            <a:ext cx="5048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本组判定：上海胜，压倒性</a:t>
            </a:r>
          </a:p>
        </p:txBody>
      </p:sp>
      <p:sp>
        <p:nvSpPr>
          <p:cNvPr id="14" name="text-52">
            <a:extLst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家门口的公共服务：四类设施分布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sp>
        <p:nvSpPr>
          <p:cNvPr id="4" name="text-53">
            <a:extLst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1104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中心七区 · 直线1公里 · OSM已标注居住用地面积覆盖率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083" y="1752600"/>
            <a:ext cx="1751434" cy="2019300"/>
          </a:xfrm>
          <a:prstGeom prst="rect">
            <a:avLst/>
          </a:prstGeom>
        </p:spPr>
      </p:pic>
      <p:sp>
        <p:nvSpPr>
          <p:cNvPr id="6" name="text-54">
            <a:extLst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noGrp="1"/>
          </p:cNvSpPr>
          <p:nvPr/>
        </p:nvSpPr>
        <p:spPr>
          <a:xfrm>
            <a:off x="2571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7" name="text-55">
            <a:extLst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noGrp="1"/>
          </p:cNvSpPr>
          <p:nvPr/>
        </p:nvSpPr>
        <p:spPr>
          <a:xfrm>
            <a:off x="2571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87.5%</a:t>
            </a:r>
          </a:p>
        </p:txBody>
      </p:sp>
      <p:sp>
        <p:nvSpPr>
          <p:cNvPr id="8" name="text-56">
            <a:extLst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公开食堂名录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7083" y="1752600"/>
            <a:ext cx="1751434" cy="2019300"/>
          </a:xfrm>
          <a:prstGeom prst="rect">
            <a:avLst/>
          </a:prstGeom>
        </p:spPr>
      </p:pic>
      <p:sp>
        <p:nvSpPr>
          <p:cNvPr id="10" name="text-57">
            <a:extLst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noGrp="1"/>
          </p:cNvSpPr>
          <p:nvPr/>
        </p:nvSpPr>
        <p:spPr>
          <a:xfrm>
            <a:off x="8286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text-58">
            <a:extLst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noGrp="1"/>
          </p:cNvSpPr>
          <p:nvPr/>
        </p:nvSpPr>
        <p:spPr>
          <a:xfrm>
            <a:off x="8286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99.3%</a:t>
            </a:r>
          </a:p>
        </p:txBody>
      </p:sp>
      <p:sp>
        <p:nvSpPr>
          <p:cNvPr id="12" name="text-59">
            <a:extLst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noGrp="1"/>
          </p:cNvSpPr>
          <p:nvPr/>
        </p:nvSpPr>
        <p:spPr>
          <a:xfrm>
            <a:off x="8286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72083" y="3886200"/>
            <a:ext cx="1751434" cy="2019300"/>
          </a:xfrm>
          <a:prstGeom prst="rect">
            <a:avLst/>
          </a:prstGeom>
        </p:spPr>
      </p:pic>
      <p:sp>
        <p:nvSpPr>
          <p:cNvPr id="14" name="text-60">
            <a:extLst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noGrp="1"/>
          </p:cNvSpPr>
          <p:nvPr/>
        </p:nvSpPr>
        <p:spPr>
          <a:xfrm>
            <a:off x="2571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noGrp="1"/>
          </p:cNvSpPr>
          <p:nvPr/>
        </p:nvSpPr>
        <p:spPr>
          <a:xfrm>
            <a:off x="2571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64.4%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noGrp="1"/>
          </p:cNvSpPr>
          <p:nvPr/>
        </p:nvSpPr>
        <p:spPr>
          <a:xfrm>
            <a:off x="2571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仅市民健身中心分类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287083" y="3886200"/>
            <a:ext cx="1751434" cy="2019300"/>
          </a:xfrm>
          <a:prstGeom prst="rect">
            <a:avLst/>
          </a:prstGeom>
        </p:spPr>
      </p:pic>
      <p:sp>
        <p:nvSpPr>
          <p:cNvPr id="18" name="text-63">
            <a:extLst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noGrp="1"/>
          </p:cNvSpPr>
          <p:nvPr/>
        </p:nvSpPr>
        <p:spPr>
          <a:xfrm>
            <a:off x="8286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19" name="text-64">
            <a:extLst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noGrp="1"/>
          </p:cNvSpPr>
          <p:nvPr/>
        </p:nvSpPr>
        <p:spPr>
          <a:xfrm>
            <a:off x="8286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77.0%</a:t>
            </a:r>
          </a:p>
        </p:txBody>
      </p:sp>
      <p:sp>
        <p:nvSpPr>
          <p:cNvPr id="20" name="text-65">
            <a:extLst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noGrp="1"/>
          </p:cNvSpPr>
          <p:nvPr/>
        </p:nvSpPr>
        <p:spPr>
          <a:xfrm>
            <a:off x="8286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含分馆和自助借还网点</a:t>
            </a:r>
          </a:p>
        </p:txBody>
      </p:sp>
      <p:sp>
        <p:nvSpPr>
          <p:cNvPr id="21" name="text-66">
            <a:extLst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noGrp="1"/>
          </p:cNvSpPr>
          <p:nvPr/>
        </p:nvSpPr>
        <p:spPr>
          <a:xfrm>
            <a:off x="571500" y="59340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办事更方便，建设也让居民参与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一网通办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泰山人民坊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521970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3,827 项服务</a:t>
            </a:r>
          </a:p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实际网办率 89.53%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711665"/>
            <a:ext cx="5219700" cy="720546"/>
          </a:xfrm>
          <a:prstGeom prst="rect">
            <a:avLst/>
          </a:prstGeom>
        </p:spPr>
      </p:pic>
      <p:sp>
        <p:nvSpPr>
          <p:cNvPr id="8" name="text-70">
            <a:extLst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noGrp="1"/>
          </p:cNvSpPr>
          <p:nvPr/>
        </p:nvSpPr>
        <p:spPr>
          <a:xfrm>
            <a:off x="571500" y="4972050"/>
            <a:ext cx="52197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少跑线下窗口，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日常办事更方便。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="6343650" y="2095500"/>
          <a:ext cx="5276850" cy="2428876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43650" y="5165797"/>
            <a:ext cx="5276850" cy="231631"/>
          </a:xfrm>
          <a:prstGeom prst="rect">
            <a:avLst/>
          </a:prstGeom>
        </p:spPr>
      </p:pic>
      <p:sp>
        <p:nvSpPr>
          <p:cNvPr id="11" name="text-71">
            <a:extLst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纽约同学访谈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来源：2026年10月10日微信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聊天记录</a:t>
            </a: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访谈与文字整理</a:t>
            </a: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；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截图展示部分访谈原文，其余部分作为资料上传；</a:t>
            </a:r>
            <a:endParaRPr lang="en-US" altLang="zh-CN"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个人经历用于补充理解</a:t>
            </a:r>
            <a:endParaRPr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578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</a:t>
            </a: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租金与收入较为匹配，但是租金</a:t>
            </a:r>
            <a:endParaRPr sz="1950" b="1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明显高于其他城市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保障性住房很难获得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。”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noGrp="1"/>
          </p:cNvSpPr>
          <p:nvPr/>
        </p:nvSpPr>
        <p:spPr>
          <a:xfrm>
            <a:off x="571500" y="26955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“通勤时间和租房水平直接挂钩，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公交接驳也较多。”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noGrp="1"/>
          </p:cNvSpPr>
          <p:nvPr/>
        </p:nvSpPr>
        <p:spPr>
          <a:xfrm>
            <a:off x="571500" y="37242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“低成本活动空间非常非常多，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这座城市有很多公园”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2578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“突发事件中自己的基本生活保障，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也依靠自己是否有储蓄，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或者高额的商业保险。”</a:t>
            </a:r>
          </a:p>
        </p:txBody>
      </p:sp>
      <p:sp>
        <p:nvSpPr>
          <p:cNvPr id="8" name="text-76">
            <a:extLst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noGrp="1"/>
          </p:cNvSpPr>
          <p:nvPr/>
        </p:nvSpPr>
        <p:spPr>
          <a:xfrm>
            <a:off x="4775730" y="1389696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基础保障：住房与通勤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9" name="text-77">
            <a:extLst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noGrp="1"/>
          </p:cNvSpPr>
          <p:nvPr/>
        </p:nvSpPr>
        <p:spPr>
          <a:xfrm>
            <a:off x="4775730" y="1910714"/>
            <a:ext cx="393393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租金与收入较匹配，但房租高、保障房难获</a:t>
            </a:r>
            <a:r>
              <a:rPr lang="zh-CN" altLang="en-US"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得。</a:t>
            </a: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通勤时间与租房选择相连，公交接驳较多。夜间交通活跃，出行仍有安全顾虑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noGrp="1"/>
          </p:cNvSpPr>
          <p:nvPr/>
        </p:nvSpPr>
        <p:spPr>
          <a:xfrm>
            <a:off x="4775730" y="322373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民生福祉：日常公共服务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noGrp="1"/>
          </p:cNvSpPr>
          <p:nvPr/>
        </p:nvSpPr>
        <p:spPr>
          <a:xfrm>
            <a:off x="4775730" y="3597116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公园、图书馆和低成本休闲空间丰富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多靠地铁或开车到达。心理咨询选择较多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配药、康复和慢病管理的体验相对不便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2" name="text-80">
            <a:extLst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noGrp="1"/>
          </p:cNvSpPr>
          <p:nvPr/>
        </p:nvSpPr>
        <p:spPr>
          <a:xfrm>
            <a:off x="4775730" y="4642009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底层关怀：照护与应急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3" name="text-81">
            <a:extLst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noGrp="1"/>
          </p:cNvSpPr>
          <p:nvPr/>
        </p:nvSpPr>
        <p:spPr>
          <a:xfrm>
            <a:off x="4775730" y="514350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无障碍设施与助残条件较好，居家养老</a:t>
            </a:r>
            <a:endParaRPr sz="1725" b="0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仍有费用压力。突发事件中的生活保障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还依靠个人储蓄或商业保险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140839F-1AB0-C5F4-6B51-6CDDD16BF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001" y="100584"/>
            <a:ext cx="3272999" cy="661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42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九道题，逐题看胜负和程度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25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="571500" y="1381125"/>
          <a:ext cx="11049000" cy="4305300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-82">
            <a:extLst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noGrp="1"/>
          </p:cNvSpPr>
          <p:nvPr/>
        </p:nvSpPr>
        <p:spPr>
          <a:xfrm>
            <a:off x="571500" y="58769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纽约能叫人民城市吗？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26</a:t>
            </a:r>
          </a:p>
        </p:txBody>
      </p:sp>
      <p:sp>
        <p:nvSpPr>
          <p:cNvPr id="4" name="text-83">
            <a:extLst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纽约有一部分答案</a:t>
            </a:r>
          </a:p>
        </p:txBody>
      </p:sp>
      <p:sp>
        <p:nvSpPr>
          <p:cNvPr id="5" name="text-84">
            <a:extLst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noGrp="1"/>
          </p:cNvSpPr>
          <p:nvPr/>
        </p:nvSpPr>
        <p:spPr>
          <a:xfrm>
            <a:off x="571500" y="2171700"/>
            <a:ext cx="52197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吃穿用度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公共文化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</a:t>
            </a:r>
          </a:p>
        </p:txBody>
      </p:sp>
      <p:sp>
        <p:nvSpPr>
          <p:cNvPr id="6" name="text-85">
            <a:extLst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noGrp="1"/>
          </p:cNvSpPr>
          <p:nvPr/>
        </p:nvSpPr>
        <p:spPr>
          <a:xfrm>
            <a:off x="571500" y="4305300"/>
            <a:ext cx="52197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但最底层的人仍未被托住，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这张答卷还不算及格。</a:t>
            </a:r>
          </a:p>
        </p:txBody>
      </p:sp>
      <p:sp>
        <p:nvSpPr>
          <p:cNvPr id="7" name="text-86">
            <a:extLst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noGrp="1"/>
          </p:cNvSpPr>
          <p:nvPr/>
        </p:nvSpPr>
        <p:spPr>
          <a:xfrm>
            <a:off x="6343650" y="1419225"/>
            <a:ext cx="52768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上海答得更完整</a:t>
            </a:r>
          </a:p>
        </p:txBody>
      </p:sp>
      <p:sp>
        <p:nvSpPr>
          <p:cNvPr id="8" name="text-87">
            <a:extLst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noGrp="1"/>
          </p:cNvSpPr>
          <p:nvPr/>
        </p:nvSpPr>
        <p:spPr>
          <a:xfrm>
            <a:off x="6343650" y="2171700"/>
            <a:ext cx="52768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住房、出行、医疗、治安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与托底服务，都回应了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普通人的具体需要。</a:t>
            </a:r>
          </a:p>
        </p:txBody>
      </p:sp>
      <p:sp>
        <p:nvSpPr>
          <p:cNvPr id="9" name="text-88">
            <a:extLst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527685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数据公开这一题，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上海还得补。</a:t>
            </a:r>
          </a:p>
        </p:txBody>
      </p:sp>
      <p:sp>
        <p:nvSpPr>
          <p:cNvPr id="10" name="text-89">
            <a:extLst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noGrp="1"/>
          </p:cNvSpPr>
          <p:nvPr/>
        </p:nvSpPr>
        <p:spPr>
          <a:xfrm>
            <a:off x="714375" y="5686425"/>
            <a:ext cx="10763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数据透明：上海还需要补上什么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="571500" y="1438275"/>
          <a:ext cx="11049000" cy="319087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676" y="4972050"/>
            <a:ext cx="3351848" cy="6572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00650" y="4979233"/>
            <a:ext cx="6419850" cy="671434"/>
          </a:xfrm>
          <a:prstGeom prst="rect">
            <a:avLst/>
          </a:prstGeom>
        </p:spPr>
      </p:pic>
      <p:sp>
        <p:nvSpPr>
          <p:cNvPr id="7" name="text-90">
            <a:extLst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noGrp="1"/>
          </p:cNvSpPr>
          <p:nvPr/>
        </p:nvSpPr>
        <p:spPr>
          <a:xfrm>
            <a:off x="571500" y="58388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人民城市人民建，也要让人民看得清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28</a:t>
            </a:r>
          </a:p>
        </p:txBody>
      </p:sp>
      <p:sp>
        <p:nvSpPr>
          <p:cNvPr id="4" name="text-91">
            <a:extLst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noGrp="1"/>
          </p:cNvSpPr>
          <p:nvPr/>
        </p:nvSpPr>
        <p:spPr>
          <a:xfrm>
            <a:off x="571500" y="1409700"/>
            <a:ext cx="6477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纽约：政府数据默认公开</a:t>
            </a:r>
          </a:p>
        </p:txBody>
      </p:sp>
      <p:sp>
        <p:nvSpPr>
          <p:cNvPr id="5" name="text-92">
            <a:extLst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noGrp="1"/>
          </p:cNvSpPr>
          <p:nvPr/>
        </p:nvSpPr>
        <p:spPr>
          <a:xfrm>
            <a:off x="571500" y="2181225"/>
            <a:ext cx="5257800" cy="1400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2012 年立法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不公开需要说明理由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收容所人数每天更新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321820"/>
            <a:ext cx="5276850" cy="65226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11049000" cy="952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noGrp="1"/>
          </p:cNvSpPr>
          <p:nvPr/>
        </p:nvSpPr>
        <p:spPr>
          <a:xfrm>
            <a:off x="571500" y="4295775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住房政策有没有用？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noGrp="1"/>
          </p:cNvSpPr>
          <p:nvPr/>
        </p:nvSpPr>
        <p:spPr>
          <a:xfrm>
            <a:off x="571500" y="48958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看租金负担有没有下降。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noGrp="1"/>
          </p:cNvSpPr>
          <p:nvPr/>
        </p:nvSpPr>
        <p:spPr>
          <a:xfrm>
            <a:off x="6343650" y="4295775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托底制度托住了多少人？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noGrp="1"/>
          </p:cNvSpPr>
          <p:nvPr/>
        </p:nvSpPr>
        <p:spPr>
          <a:xfrm>
            <a:off x="6343650" y="48958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看还有多少人睡在街上。</a:t>
            </a:r>
          </a:p>
        </p:txBody>
      </p:sp>
      <p:sp>
        <p:nvSpPr>
          <p:cNvPr id="12" name="text-97">
            <a:extLst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noGrp="1"/>
          </p:cNvSpPr>
          <p:nvPr/>
        </p:nvSpPr>
        <p:spPr>
          <a:xfrm>
            <a:off x="571500" y="5724525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number">
            <a:extLst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29</a:t>
            </a:r>
          </a:p>
        </p:txBody>
      </p:sp>
      <p:sp>
        <p:nvSpPr>
          <p:cNvPr id="2" name="text-98">
            <a:extLst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noGrp="1"/>
          </p:cNvSpPr>
          <p:nvPr/>
        </p:nvSpPr>
        <p:spPr>
          <a:xfrm>
            <a:off x="571500" y="1800225"/>
            <a:ext cx="11049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人民城市人民建</a:t>
            </a:r>
          </a:p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人民城市为人民</a:t>
            </a:r>
          </a:p>
        </p:txBody>
      </p:sp>
      <p:sp>
        <p:nvSpPr>
          <p:cNvPr id="3" name="text-99">
            <a:extLst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noGrp="1"/>
          </p:cNvSpPr>
          <p:nvPr/>
        </p:nvSpPr>
        <p:spPr>
          <a:xfrm>
            <a:off x="571500" y="4524375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谢谢大家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5623560"/>
            <a:ext cx="9753600" cy="4800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CF7F0"/>
                </a:solidFill>
                <a:latin typeface="DengXian"/>
              </a:rPr>
              <a:t>数据、出处、计算过程与地图脚本公开：github.com/JohnnyGanYu/people-city-pre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备份：范围、分母与折算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追问时使用；完整报告和计算过程见备注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="571500" y="1438275"/>
          <a:ext cx="11049000" cy="4105276"/>
        </p:xfrm>
        <a:graphic>
          <a:graphicData uri="http://schemas.openxmlformats.org/drawingml/2006/table">
            <a:tbl>
              <a:tblPr/>
              <a:tblGrid>
                <a:gridCol w="192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00">
            <a:extLst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备份：民生福祉的年份与范围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="571500" y="1438275"/>
          <a:ext cx="11049000" cy="3543300"/>
        </p:xfrm>
        <a:graphic>
          <a:graphicData uri="http://schemas.openxmlformats.org/drawingml/2006/table">
            <a:tbl>
              <a:tblPr/>
              <a:tblGrid>
                <a:gridCol w="21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1">
            <a:extLst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noGrp="1"/>
          </p:cNvSpPr>
          <p:nvPr/>
        </p:nvSpPr>
        <p:spPr>
          <a:xfrm>
            <a:off x="571500" y="53530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备份：来源索引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="571500" y="1438275"/>
          <a:ext cx="11049000" cy="3648078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20–22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23–25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26–27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28–30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31–34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2">
            <a:extLst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11049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地图：同一中心七区、直线1公里、同一面积分母；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本组社区公共服务研究与生活观察">
            <a:extLst>
              <a:ext uri="{FF2B5EF4-FFF2-40B4-BE49-F238E27FC236}">
                <a16:creationId xmlns:a16="http://schemas.microsoft.com/office/drawing/2014/main" id="{3B9F89CF-1944-4B7C-8B14-8C08771D219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本组社区公共服务研究与生活观察</a:t>
            </a:r>
          </a:p>
        </p:txBody>
      </p:sp>
      <p:sp>
        <p:nvSpPr>
          <p:cNvPr id="2" name="01">
            <a:extLst>
              <a:ext uri="{FF2B5EF4-FFF2-40B4-BE49-F238E27FC236}">
                <a16:creationId xmlns:a16="http://schemas.microsoft.com/office/drawing/2014/main" id="{D75CABFE-71B3-4AA5-BED6-42DBC7002A2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DE0B61-2B3F-49C3-B1BB-59644F17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  <p:sp>
        <p:nvSpPr>
          <p:cNvPr id="4" name="人民城市的&#10;上海实践">
            <a:extLst>
              <a:ext uri="{FF2B5EF4-FFF2-40B4-BE49-F238E27FC236}">
                <a16:creationId xmlns:a16="http://schemas.microsoft.com/office/drawing/2014/main" id="{1FC9ED5C-3D71-459C-BA06-262B2EB6CD34}"/>
              </a:ext>
            </a:extLst>
          </p:cNvPr>
          <p:cNvSpPr>
            <a:spLocks noGrp="1"/>
          </p:cNvSpPr>
          <p:nvPr/>
        </p:nvSpPr>
        <p:spPr>
          <a:xfrm>
            <a:off x="571500" y="857250"/>
            <a:ext cx="60960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5" name="家门口的公共服务">
            <a:extLst>
              <a:ext uri="{FF2B5EF4-FFF2-40B4-BE49-F238E27FC236}">
                <a16:creationId xmlns:a16="http://schemas.microsoft.com/office/drawing/2014/main" id="{00E21BF9-B0EA-4FDF-AFAC-184409D0977D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6000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家门口的公共服务</a:t>
            </a:r>
          </a:p>
        </p:txBody>
      </p:sp>
      <p:sp>
        <p:nvSpPr>
          <p:cNvPr id="6" name="15分钟生活圈的空间观察">
            <a:extLst>
              <a:ext uri="{FF2B5EF4-FFF2-40B4-BE49-F238E27FC236}">
                <a16:creationId xmlns:a16="http://schemas.microsoft.com/office/drawing/2014/main" id="{B9290C1B-6B67-4387-824B-62D0BEC331A4}"/>
              </a:ext>
            </a:extLst>
          </p:cNvPr>
          <p:cNvSpPr>
            <a:spLocks noGrp="1"/>
          </p:cNvSpPr>
          <p:nvPr/>
        </p:nvSpPr>
        <p:spPr>
          <a:xfrm>
            <a:off x="571500" y="3867150"/>
            <a:ext cx="6000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17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15分钟生活圈的空间观察</a:t>
            </a:r>
          </a:p>
        </p:txBody>
      </p:sp>
      <p:sp>
        <p:nvSpPr>
          <p:cNvPr id="7" name="六类设施的地图、距离与覆盖">
            <a:extLst>
              <a:ext uri="{FF2B5EF4-FFF2-40B4-BE49-F238E27FC236}">
                <a16:creationId xmlns:a16="http://schemas.microsoft.com/office/drawing/2014/main" id="{71FDAB54-BED1-4D29-B043-49EEC319BBC2}"/>
              </a:ext>
            </a:extLst>
          </p:cNvPr>
          <p:cNvSpPr>
            <a:spLocks noGrp="1"/>
          </p:cNvSpPr>
          <p:nvPr/>
        </p:nvSpPr>
        <p:spPr>
          <a:xfrm>
            <a:off x="571500" y="5124450"/>
            <a:ext cx="6000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六类设施的地图、距离与覆盖</a:t>
            </a:r>
          </a:p>
        </p:txBody>
      </p:sp>
      <p:pic>
        <p:nvPicPr>
          <p:cNvPr id="9" name="Rive第1页演示（隐藏后可编辑下层）">
            <a:extLst>
              <a:ext uri="{FF2B5EF4-FFF2-40B4-BE49-F238E27FC236}">
                <a16:creationId xmlns:a16="http://schemas.microsoft.com/office/drawing/2014/main" id="{6B776E3D-4BDE-4B45-82B1-0F0EEC7AC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859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15至2023">
            <a:extLst>
              <a:ext uri="{FF2B5EF4-FFF2-40B4-BE49-F238E27FC236}">
                <a16:creationId xmlns:a16="http://schemas.microsoft.com/office/drawing/2014/main" id="{B39CF07C-3831-4342-AF5D-32D30166965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2015至2023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555924D8-1C6D-4139-9E8F-95596A94E7F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4">
            <a:extLst>
              <a:ext uri="{FF2B5EF4-FFF2-40B4-BE49-F238E27FC236}">
                <a16:creationId xmlns:a16="http://schemas.microsoft.com/office/drawing/2014/main" id="{55DADB61-DE6B-4EBD-9C71-1EFE6584B8F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6B1A2278-E387-4FAC-8082-0DCA5DA5BFBC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43F712A4-DCF0-40C1-8EEB-0BB23DDBB129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DECF99A0-C1A3-4CE7-9F3C-A5194E0BE82B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3C7E504E-9218-43D1-A897-71057B303BEA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15.12">
            <a:extLst>
              <a:ext uri="{FF2B5EF4-FFF2-40B4-BE49-F238E27FC236}">
                <a16:creationId xmlns:a16="http://schemas.microsoft.com/office/drawing/2014/main" id="{816361F0-AAC9-4043-9637-E591D7EAB91B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2015.12</a:t>
            </a:r>
          </a:p>
        </p:txBody>
      </p:sp>
      <p:sp>
        <p:nvSpPr>
          <p:cNvPr id="9" name="中央城市工作会议">
            <a:extLst>
              <a:ext uri="{FF2B5EF4-FFF2-40B4-BE49-F238E27FC236}">
                <a16:creationId xmlns:a16="http://schemas.microsoft.com/office/drawing/2014/main" id="{4E0DEEB4-7FCC-45E5-9801-8032A1522A00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10" name="明确人民城市为人民">
            <a:extLst>
              <a:ext uri="{FF2B5EF4-FFF2-40B4-BE49-F238E27FC236}">
                <a16:creationId xmlns:a16="http://schemas.microsoft.com/office/drawing/2014/main" id="{2EBA60AF-691D-47D3-943B-19C36EB0B87E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明确人民城市为人民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04D1D605-5F15-4866-9F2B-C07C8C0BCAF2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92C4A9B6-76B0-4E6F-8E3E-5C0DBCADBF25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90BA1DC1-ED4F-4271-8408-2353B35E68A7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19.11.02">
            <a:extLst>
              <a:ext uri="{FF2B5EF4-FFF2-40B4-BE49-F238E27FC236}">
                <a16:creationId xmlns:a16="http://schemas.microsoft.com/office/drawing/2014/main" id="{266B4FAA-258D-4F2F-8F4F-D27FE7439434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2019.11.02</a:t>
            </a:r>
          </a:p>
        </p:txBody>
      </p:sp>
      <p:sp>
        <p:nvSpPr>
          <p:cNvPr id="15" name="杨浦滨江考察">
            <a:extLst>
              <a:ext uri="{FF2B5EF4-FFF2-40B4-BE49-F238E27FC236}">
                <a16:creationId xmlns:a16="http://schemas.microsoft.com/office/drawing/2014/main" id="{9FBE077D-53E5-48AD-B18D-0405C26CA751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杨浦滨江考察</a:t>
            </a:r>
          </a:p>
        </p:txBody>
      </p:sp>
      <p:sp>
        <p:nvSpPr>
          <p:cNvPr id="16" name="提出完整重要理念">
            <a:extLst>
              <a:ext uri="{FF2B5EF4-FFF2-40B4-BE49-F238E27FC236}">
                <a16:creationId xmlns:a16="http://schemas.microsoft.com/office/drawing/2014/main" id="{78588BF4-7629-4F55-AD31-AD99242AC8FE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提出完整重要理念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19F36BD3-AA4B-4726-88DA-F1A79F91DFA4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496EABAD-5BBF-4521-B596-E0B3A68BF0CD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EB14AA70-77D3-4F4F-85AA-7E770B9076F3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0.06.23">
            <a:extLst>
              <a:ext uri="{FF2B5EF4-FFF2-40B4-BE49-F238E27FC236}">
                <a16:creationId xmlns:a16="http://schemas.microsoft.com/office/drawing/2014/main" id="{C49445D7-3F8C-4B31-861F-564285DD90B0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2020.06.23</a:t>
            </a:r>
          </a:p>
        </p:txBody>
      </p:sp>
      <p:sp>
        <p:nvSpPr>
          <p:cNvPr id="21" name="上海市委全会">
            <a:extLst>
              <a:ext uri="{FF2B5EF4-FFF2-40B4-BE49-F238E27FC236}">
                <a16:creationId xmlns:a16="http://schemas.microsoft.com/office/drawing/2014/main" id="{BD4683E3-E490-4381-AAD7-FC0C773C59AA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上海市委全会</a:t>
            </a:r>
          </a:p>
        </p:txBody>
      </p:sp>
      <p:sp>
        <p:nvSpPr>
          <p:cNvPr id="22" name="部署五个人人城市">
            <a:extLst>
              <a:ext uri="{FF2B5EF4-FFF2-40B4-BE49-F238E27FC236}">
                <a16:creationId xmlns:a16="http://schemas.microsoft.com/office/drawing/2014/main" id="{693140CF-2711-40AD-B265-CCEEECC0F0C5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部署五个人人城市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1EF6D7A7-F285-48DA-BE63-C2EE6889DCF3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1766395C-95F1-4B80-8B7E-D145F7FC6A04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B903CDAC-33E6-42F1-9F4A-151B83EAF7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0.11.12">
            <a:extLst>
              <a:ext uri="{FF2B5EF4-FFF2-40B4-BE49-F238E27FC236}">
                <a16:creationId xmlns:a16="http://schemas.microsoft.com/office/drawing/2014/main" id="{08E6A759-B20B-4B78-A82C-5E748A108442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2020.11.12</a:t>
            </a:r>
          </a:p>
        </p:txBody>
      </p:sp>
      <p:sp>
        <p:nvSpPr>
          <p:cNvPr id="27" name="浦东开发开放30周年">
            <a:extLst>
              <a:ext uri="{FF2B5EF4-FFF2-40B4-BE49-F238E27FC236}">
                <a16:creationId xmlns:a16="http://schemas.microsoft.com/office/drawing/2014/main" id="{CD4B1920-420A-4ECD-A571-24D6F6BEF500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浦东开发开放30周年</a:t>
            </a:r>
          </a:p>
        </p:txBody>
      </p:sp>
      <p:sp>
        <p:nvSpPr>
          <p:cNvPr id="28" name="强调宜居安居与治理">
            <a:extLst>
              <a:ext uri="{FF2B5EF4-FFF2-40B4-BE49-F238E27FC236}">
                <a16:creationId xmlns:a16="http://schemas.microsoft.com/office/drawing/2014/main" id="{48973029-ACAF-4A73-A3B4-610BE9B7DD68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强调宜居安居与治理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B5FF84BF-B1E2-4B8F-AE7F-E6393BF55CB5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9904F0FA-83DE-4205-9D9C-E940AC083753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30703506-66AC-4D3E-9D52-F0F081F962CB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2.10.16">
            <a:extLst>
              <a:ext uri="{FF2B5EF4-FFF2-40B4-BE49-F238E27FC236}">
                <a16:creationId xmlns:a16="http://schemas.microsoft.com/office/drawing/2014/main" id="{03A7F58D-B3E0-4FF7-B20C-8E1B3CB3E85C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2022.10.16</a:t>
            </a:r>
          </a:p>
        </p:txBody>
      </p:sp>
      <p:sp>
        <p:nvSpPr>
          <p:cNvPr id="33" name="党的二十大报告">
            <a:extLst>
              <a:ext uri="{FF2B5EF4-FFF2-40B4-BE49-F238E27FC236}">
                <a16:creationId xmlns:a16="http://schemas.microsoft.com/office/drawing/2014/main" id="{C85BA38F-A744-464B-96FE-656E58D13945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党的二十大报告</a:t>
            </a:r>
          </a:p>
        </p:txBody>
      </p:sp>
      <p:sp>
        <p:nvSpPr>
          <p:cNvPr id="34" name="人民城市理念写入报告">
            <a:extLst>
              <a:ext uri="{FF2B5EF4-FFF2-40B4-BE49-F238E27FC236}">
                <a16:creationId xmlns:a16="http://schemas.microsoft.com/office/drawing/2014/main" id="{30B20556-150A-413C-BD6C-126D8477E2B6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人民城市理念写入报告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761BB6F0-0580-406F-9473-F51B06FEFDF1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FDF3E454-F6A6-413E-8881-72F1DAC61C51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DD8FB028-F1C9-4939-919E-5BA427C075F4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3.11—12">
            <a:extLst>
              <a:ext uri="{FF2B5EF4-FFF2-40B4-BE49-F238E27FC236}">
                <a16:creationId xmlns:a16="http://schemas.microsoft.com/office/drawing/2014/main" id="{5A8A4238-39F1-4146-8872-06980F6228A9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2023.11—12</a:t>
            </a:r>
          </a:p>
        </p:txBody>
      </p:sp>
      <p:sp>
        <p:nvSpPr>
          <p:cNvPr id="39" name="上海考察">
            <a:extLst>
              <a:ext uri="{FF2B5EF4-FFF2-40B4-BE49-F238E27FC236}">
                <a16:creationId xmlns:a16="http://schemas.microsoft.com/office/drawing/2014/main" id="{97B34D12-9B01-4EF4-8063-01C32EF8ADB6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上海考察</a:t>
            </a:r>
          </a:p>
        </p:txBody>
      </p:sp>
      <p:sp>
        <p:nvSpPr>
          <p:cNvPr id="40" name="关注城市建设者住房">
            <a:extLst>
              <a:ext uri="{FF2B5EF4-FFF2-40B4-BE49-F238E27FC236}">
                <a16:creationId xmlns:a16="http://schemas.microsoft.com/office/drawing/2014/main" id="{5979CA66-0688-4EAD-A58D-C1BB6BEBBE69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关注城市建设者住房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20B77283-B914-4284-9B4A-A53546FE6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561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24至2026">
            <a:extLst>
              <a:ext uri="{FF2B5EF4-FFF2-40B4-BE49-F238E27FC236}">
                <a16:creationId xmlns:a16="http://schemas.microsoft.com/office/drawing/2014/main" id="{0B5FEB91-74B4-40C7-9038-A618A842D66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2024至2026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E857543B-3366-4778-A6AC-70F2B4022A7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5">
            <a:extLst>
              <a:ext uri="{FF2B5EF4-FFF2-40B4-BE49-F238E27FC236}">
                <a16:creationId xmlns:a16="http://schemas.microsoft.com/office/drawing/2014/main" id="{C564F83F-33E3-4BE7-B132-4D64AC9030A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D7034A26-6022-41D6-9BAC-3C4C6AD4969B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9A2F2206-E27C-4248-9CAC-20602617932D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FEA0CCB3-AE50-4112-9CBA-4FABCBC8F041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4062E9BA-6A2E-4E00-951B-3391C8533DE0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24.07.18">
            <a:extLst>
              <a:ext uri="{FF2B5EF4-FFF2-40B4-BE49-F238E27FC236}">
                <a16:creationId xmlns:a16="http://schemas.microsoft.com/office/drawing/2014/main" id="{E7CA26CA-FF28-484F-9CBD-A56A09C8981E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2024.07.18</a:t>
            </a:r>
          </a:p>
        </p:txBody>
      </p:sp>
      <p:sp>
        <p:nvSpPr>
          <p:cNvPr id="9" name="二十届三中全会">
            <a:extLst>
              <a:ext uri="{FF2B5EF4-FFF2-40B4-BE49-F238E27FC236}">
                <a16:creationId xmlns:a16="http://schemas.microsoft.com/office/drawing/2014/main" id="{7016156D-406C-4710-A55E-27D294889336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二十届三中全会</a:t>
            </a:r>
          </a:p>
        </p:txBody>
      </p:sp>
      <p:sp>
        <p:nvSpPr>
          <p:cNvPr id="10" name="城市更新与治理改革">
            <a:extLst>
              <a:ext uri="{FF2B5EF4-FFF2-40B4-BE49-F238E27FC236}">
                <a16:creationId xmlns:a16="http://schemas.microsoft.com/office/drawing/2014/main" id="{CB1C4E86-F1C6-42F6-A256-ACEDE72D00CA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城市更新与治理改革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77E673EB-0524-43E6-BAB9-564C6324B338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C09F4557-83D2-4C15-9B23-F8E5FEE36BFD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423E4772-1EB2-40FA-B50A-2DF02423A34B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24.11.02">
            <a:extLst>
              <a:ext uri="{FF2B5EF4-FFF2-40B4-BE49-F238E27FC236}">
                <a16:creationId xmlns:a16="http://schemas.microsoft.com/office/drawing/2014/main" id="{ED42A8B0-6DFB-4507-BD7A-5A35D66F24CD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2024.11.02</a:t>
            </a:r>
          </a:p>
        </p:txBody>
      </p:sp>
      <p:sp>
        <p:nvSpPr>
          <p:cNvPr id="15" name="上海市委署名文章">
            <a:extLst>
              <a:ext uri="{FF2B5EF4-FFF2-40B4-BE49-F238E27FC236}">
                <a16:creationId xmlns:a16="http://schemas.microsoft.com/office/drawing/2014/main" id="{723698B1-3202-4B46-B7AD-D93139254F63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上海市委署名文章</a:t>
            </a:r>
          </a:p>
        </p:txBody>
      </p:sp>
      <p:sp>
        <p:nvSpPr>
          <p:cNvPr id="16" name="总结理念提出五年实践">
            <a:extLst>
              <a:ext uri="{FF2B5EF4-FFF2-40B4-BE49-F238E27FC236}">
                <a16:creationId xmlns:a16="http://schemas.microsoft.com/office/drawing/2014/main" id="{8A50FFD1-DC6F-427F-ADBC-40F66713E781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总结理念提出五年实践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041A7B39-D1B6-43D3-99CC-1B3F1F635DFF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EC5BA332-ABF1-45F0-B591-F50C35CB7BF0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C06257E7-E160-4A23-AE3B-6496FE19C75E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4.11.04报道">
            <a:extLst>
              <a:ext uri="{FF2B5EF4-FFF2-40B4-BE49-F238E27FC236}">
                <a16:creationId xmlns:a16="http://schemas.microsoft.com/office/drawing/2014/main" id="{B667E4AF-4256-4549-A04C-1E50BADD9BD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2024.11.04报道</a:t>
            </a:r>
          </a:p>
        </p:txBody>
      </p:sp>
      <p:sp>
        <p:nvSpPr>
          <p:cNvPr id="21" name="老杨树宣讲汇回信">
            <a:extLst>
              <a:ext uri="{FF2B5EF4-FFF2-40B4-BE49-F238E27FC236}">
                <a16:creationId xmlns:a16="http://schemas.microsoft.com/office/drawing/2014/main" id="{2EB1A50C-6744-4C7E-B4BB-848F9E15226E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老杨树宣讲汇回信</a:t>
            </a:r>
          </a:p>
        </p:txBody>
      </p:sp>
      <p:sp>
        <p:nvSpPr>
          <p:cNvPr id="22" name="鼓励市民参与城市治理">
            <a:extLst>
              <a:ext uri="{FF2B5EF4-FFF2-40B4-BE49-F238E27FC236}">
                <a16:creationId xmlns:a16="http://schemas.microsoft.com/office/drawing/2014/main" id="{CA91E6CA-6614-44C2-A2DF-BC5B76FF6E81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鼓励市民参与城市治理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0D201E69-0F2E-4EA1-87F6-C8FC7287A0DB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9CC94D18-9B0F-4B07-A74B-2F82C4305DFC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4D047978-E096-4362-885E-AEE1B9BF41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5.07.14—15">
            <a:extLst>
              <a:ext uri="{FF2B5EF4-FFF2-40B4-BE49-F238E27FC236}">
                <a16:creationId xmlns:a16="http://schemas.microsoft.com/office/drawing/2014/main" id="{4A0427DC-7193-4968-9B80-CE8F11196EE8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2025.07.14—15</a:t>
            </a:r>
          </a:p>
        </p:txBody>
      </p:sp>
      <p:sp>
        <p:nvSpPr>
          <p:cNvPr id="27" name="中央城市工作会议">
            <a:extLst>
              <a:ext uri="{FF2B5EF4-FFF2-40B4-BE49-F238E27FC236}">
                <a16:creationId xmlns:a16="http://schemas.microsoft.com/office/drawing/2014/main" id="{C3CDAC31-7F71-42FE-BBE1-CF01D081EE55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28" name="建设现代化人民城市">
            <a:extLst>
              <a:ext uri="{FF2B5EF4-FFF2-40B4-BE49-F238E27FC236}">
                <a16:creationId xmlns:a16="http://schemas.microsoft.com/office/drawing/2014/main" id="{CA1C7D28-64F1-406D-B96A-26B5F2F998B4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建设现代化人民城市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9E9D114B-DD61-4F0B-894F-1EE0DB3715E8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3AF91812-4CB2-47FD-99F5-27522123550E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08E7C3C3-0DC2-45B8-89C0-16F58B7839F5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5.08.15落款">
            <a:extLst>
              <a:ext uri="{FF2B5EF4-FFF2-40B4-BE49-F238E27FC236}">
                <a16:creationId xmlns:a16="http://schemas.microsoft.com/office/drawing/2014/main" id="{0AFB8DE7-536F-4834-B09E-89F891BA8D6A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2025.08.15落款</a:t>
            </a:r>
          </a:p>
        </p:txBody>
      </p:sp>
      <p:sp>
        <p:nvSpPr>
          <p:cNvPr id="33" name="城市高质量发展意见">
            <a:extLst>
              <a:ext uri="{FF2B5EF4-FFF2-40B4-BE49-F238E27FC236}">
                <a16:creationId xmlns:a16="http://schemas.microsoft.com/office/drawing/2014/main" id="{FFA77713-833B-4C95-AE20-9E259431EB9A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城市高质量发展意见</a:t>
            </a:r>
          </a:p>
        </p:txBody>
      </p:sp>
      <p:sp>
        <p:nvSpPr>
          <p:cNvPr id="34" name="明确2030和2035年目标">
            <a:extLst>
              <a:ext uri="{FF2B5EF4-FFF2-40B4-BE49-F238E27FC236}">
                <a16:creationId xmlns:a16="http://schemas.microsoft.com/office/drawing/2014/main" id="{DA2C141A-3165-4B58-8745-BB4314B29E90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明确2030和2035年目标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0BB62A05-9F53-4B51-9A47-587C24F0869E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976DF896-CDFE-4E52-92E6-C1AF5E09D894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9670623A-81DE-4997-AB56-88CF20034C17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6.07.15">
            <a:extLst>
              <a:ext uri="{FF2B5EF4-FFF2-40B4-BE49-F238E27FC236}">
                <a16:creationId xmlns:a16="http://schemas.microsoft.com/office/drawing/2014/main" id="{64CA3B64-0E99-4B49-896D-FD41FDB70777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2026.07.15</a:t>
            </a:r>
          </a:p>
        </p:txBody>
      </p:sp>
      <p:sp>
        <p:nvSpPr>
          <p:cNvPr id="39" name="上海市民新村考察">
            <a:extLst>
              <a:ext uri="{FF2B5EF4-FFF2-40B4-BE49-F238E27FC236}">
                <a16:creationId xmlns:a16="http://schemas.microsoft.com/office/drawing/2014/main" id="{28AAEA69-757D-41D4-A784-E317532BE25B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上海市民新村考察</a:t>
            </a:r>
          </a:p>
        </p:txBody>
      </p:sp>
      <p:sp>
        <p:nvSpPr>
          <p:cNvPr id="40" name="更新问需问计问效于民">
            <a:extLst>
              <a:ext uri="{FF2B5EF4-FFF2-40B4-BE49-F238E27FC236}">
                <a16:creationId xmlns:a16="http://schemas.microsoft.com/office/drawing/2014/main" id="{F7534852-5A55-41CC-8B0B-67EFC208294A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更新问需问计问效于民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80F105DF-D283-4F61-90FC-7BBC8DC80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111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15分钟生活圈中的六类服务">
            <a:extLst>
              <a:ext uri="{FF2B5EF4-FFF2-40B4-BE49-F238E27FC236}">
                <a16:creationId xmlns:a16="http://schemas.microsoft.com/office/drawing/2014/main" id="{FEA92B58-648C-47A6-BED4-84E50EEBF3D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15分钟生活圈中的六类服务</a:t>
            </a:r>
          </a:p>
        </p:txBody>
      </p:sp>
      <p:sp>
        <p:nvSpPr>
          <p:cNvPr id="2" name="选取范围：社区公共服务；健身限市民健身中心分类">
            <a:extLst>
              <a:ext uri="{FF2B5EF4-FFF2-40B4-BE49-F238E27FC236}">
                <a16:creationId xmlns:a16="http://schemas.microsoft.com/office/drawing/2014/main" id="{B2DB1CF4-8D1C-4A22-86BB-1370B938FCB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选取范围：社区公共服务；健身限市民健身中心分类</a:t>
            </a:r>
          </a:p>
        </p:txBody>
      </p:sp>
      <p:sp>
        <p:nvSpPr>
          <p:cNvPr id="3" name="06">
            <a:extLst>
              <a:ext uri="{FF2B5EF4-FFF2-40B4-BE49-F238E27FC236}">
                <a16:creationId xmlns:a16="http://schemas.microsoft.com/office/drawing/2014/main" id="{6AEF28E7-0BB8-4780-9C28-F338932CD47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4" name="社区长者食堂">
            <a:extLst>
              <a:ext uri="{FF2B5EF4-FFF2-40B4-BE49-F238E27FC236}">
                <a16:creationId xmlns:a16="http://schemas.microsoft.com/office/drawing/2014/main" id="{8F7A9C1D-B91C-41DC-8E1E-45DB1B381435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5" name="用餐与老年助餐">
            <a:extLst>
              <a:ext uri="{FF2B5EF4-FFF2-40B4-BE49-F238E27FC236}">
                <a16:creationId xmlns:a16="http://schemas.microsoft.com/office/drawing/2014/main" id="{D9382C7C-27DF-4CA6-A627-9EB2CF8E48E4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用餐与老年助餐</a:t>
            </a:r>
          </a:p>
        </p:txBody>
      </p:sp>
      <p:sp>
        <p:nvSpPr>
          <p:cNvPr id="6" name="图书馆服务网点">
            <a:extLst>
              <a:ext uri="{FF2B5EF4-FFF2-40B4-BE49-F238E27FC236}">
                <a16:creationId xmlns:a16="http://schemas.microsoft.com/office/drawing/2014/main" id="{DB6E92CB-87B0-4103-9097-C632A64E2FE7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7" name="借阅、阅读与学习空间">
            <a:extLst>
              <a:ext uri="{FF2B5EF4-FFF2-40B4-BE49-F238E27FC236}">
                <a16:creationId xmlns:a16="http://schemas.microsoft.com/office/drawing/2014/main" id="{5BC56C98-256D-4548-866A-B2605A5F6CF7}"/>
              </a:ext>
            </a:extLst>
          </p:cNvPr>
          <p:cNvSpPr>
            <a:spLocks noGrp="1"/>
          </p:cNvSpPr>
          <p:nvPr/>
        </p:nvSpPr>
        <p:spPr>
          <a:xfrm>
            <a:off x="638175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借阅、阅读与学习空间</a:t>
            </a:r>
          </a:p>
        </p:txBody>
      </p:sp>
      <p:sp>
        <p:nvSpPr>
          <p:cNvPr id="8" name="市民健身中心">
            <a:extLst>
              <a:ext uri="{FF2B5EF4-FFF2-40B4-BE49-F238E27FC236}">
                <a16:creationId xmlns:a16="http://schemas.microsoft.com/office/drawing/2014/main" id="{1EDC1D62-6B00-4705-B1A1-DE8355E8EBD8}"/>
              </a:ext>
            </a:extLst>
          </p:cNvPr>
          <p:cNvSpPr>
            <a:spLocks noGrp="1"/>
          </p:cNvSpPr>
          <p:nvPr/>
        </p:nvSpPr>
        <p:spPr>
          <a:xfrm>
            <a:off x="57150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9" name="公共体育平台对应分类">
            <a:extLst>
              <a:ext uri="{FF2B5EF4-FFF2-40B4-BE49-F238E27FC236}">
                <a16:creationId xmlns:a16="http://schemas.microsoft.com/office/drawing/2014/main" id="{DA7B5468-CAC3-4C5E-9BB5-4EA1A627DFC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公共体育平台对应分类</a:t>
            </a:r>
          </a:p>
        </p:txBody>
      </p:sp>
      <p:sp>
        <p:nvSpPr>
          <p:cNvPr id="10" name="公园类绿地">
            <a:extLst>
              <a:ext uri="{FF2B5EF4-FFF2-40B4-BE49-F238E27FC236}">
                <a16:creationId xmlns:a16="http://schemas.microsoft.com/office/drawing/2014/main" id="{00889EC5-4FB1-4C11-9059-8869269C4B29}"/>
              </a:ext>
            </a:extLst>
          </p:cNvPr>
          <p:cNvSpPr>
            <a:spLocks noGrp="1"/>
          </p:cNvSpPr>
          <p:nvPr/>
        </p:nvSpPr>
        <p:spPr>
          <a:xfrm>
            <a:off x="638175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散步、休闲和户外活动">
            <a:extLst>
              <a:ext uri="{FF2B5EF4-FFF2-40B4-BE49-F238E27FC236}">
                <a16:creationId xmlns:a16="http://schemas.microsoft.com/office/drawing/2014/main" id="{84EA36A5-FD3E-46B9-B366-8DD27065B389}"/>
              </a:ext>
            </a:extLst>
          </p:cNvPr>
          <p:cNvSpPr>
            <a:spLocks noGrp="1"/>
          </p:cNvSpPr>
          <p:nvPr/>
        </p:nvSpPr>
        <p:spPr>
          <a:xfrm>
            <a:off x="638175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散步、休闲和户外活动</a:t>
            </a:r>
          </a:p>
        </p:txBody>
      </p:sp>
      <p:sp>
        <p:nvSpPr>
          <p:cNvPr id="12" name="社区文化活动中心">
            <a:extLst>
              <a:ext uri="{FF2B5EF4-FFF2-40B4-BE49-F238E27FC236}">
                <a16:creationId xmlns:a16="http://schemas.microsoft.com/office/drawing/2014/main" id="{B9558F8A-FC06-4418-8F44-22E504BB483D}"/>
              </a:ext>
            </a:extLst>
          </p:cNvPr>
          <p:cNvSpPr>
            <a:spLocks noGrp="1"/>
          </p:cNvSpPr>
          <p:nvPr/>
        </p:nvSpPr>
        <p:spPr>
          <a:xfrm>
            <a:off x="57150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社区文化活动中心</a:t>
            </a:r>
          </a:p>
        </p:txBody>
      </p:sp>
      <p:sp>
        <p:nvSpPr>
          <p:cNvPr id="13" name="文化活动与社区学习">
            <a:extLst>
              <a:ext uri="{FF2B5EF4-FFF2-40B4-BE49-F238E27FC236}">
                <a16:creationId xmlns:a16="http://schemas.microsoft.com/office/drawing/2014/main" id="{22B41EE6-881D-425E-B640-E051F9353D95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文化活动与社区学习</a:t>
            </a:r>
          </a:p>
        </p:txBody>
      </p:sp>
      <p:sp>
        <p:nvSpPr>
          <p:cNvPr id="14" name="社区卫生服务中心">
            <a:extLst>
              <a:ext uri="{FF2B5EF4-FFF2-40B4-BE49-F238E27FC236}">
                <a16:creationId xmlns:a16="http://schemas.microsoft.com/office/drawing/2014/main" id="{43D6DD9D-096F-4965-A95E-12EB03CB7B5D}"/>
              </a:ext>
            </a:extLst>
          </p:cNvPr>
          <p:cNvSpPr>
            <a:spLocks noGrp="1"/>
          </p:cNvSpPr>
          <p:nvPr/>
        </p:nvSpPr>
        <p:spPr>
          <a:xfrm>
            <a:off x="638175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社区卫生服务中心</a:t>
            </a:r>
          </a:p>
        </p:txBody>
      </p:sp>
      <p:sp>
        <p:nvSpPr>
          <p:cNvPr id="15" name="基本医疗与公共卫生">
            <a:extLst>
              <a:ext uri="{FF2B5EF4-FFF2-40B4-BE49-F238E27FC236}">
                <a16:creationId xmlns:a16="http://schemas.microsoft.com/office/drawing/2014/main" id="{809CC210-3557-4B0E-9B80-0B5130A1761A}"/>
              </a:ext>
            </a:extLst>
          </p:cNvPr>
          <p:cNvSpPr>
            <a:spLocks noGrp="1"/>
          </p:cNvSpPr>
          <p:nvPr/>
        </p:nvSpPr>
        <p:spPr>
          <a:xfrm>
            <a:off x="638175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基本医疗与公共卫生</a:t>
            </a:r>
          </a:p>
        </p:txBody>
      </p:sp>
      <p:sp>
        <p:nvSpPr>
          <p:cNvPr id="17" name="六类服务连接轴">
            <a:extLst>
              <a:ext uri="{FF2B5EF4-FFF2-40B4-BE49-F238E27FC236}">
                <a16:creationId xmlns:a16="http://schemas.microsoft.com/office/drawing/2014/main" id="{9B657793-4AFC-4749-AF24-ED27DEC0ABFA}"/>
              </a:ext>
            </a:extLst>
          </p:cNvPr>
          <p:cNvSpPr>
            <a:spLocks noGrp="1"/>
          </p:cNvSpPr>
          <p:nvPr/>
        </p:nvSpPr>
        <p:spPr>
          <a:xfrm>
            <a:off x="6086475" y="1695450"/>
            <a:ext cx="19050" cy="2895600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服务连接线">
            <a:extLst>
              <a:ext uri="{FF2B5EF4-FFF2-40B4-BE49-F238E27FC236}">
                <a16:creationId xmlns:a16="http://schemas.microsoft.com/office/drawing/2014/main" id="{DF172E73-0B59-47AC-9051-6D27C5743272}"/>
              </a:ext>
            </a:extLst>
          </p:cNvPr>
          <p:cNvSpPr>
            <a:spLocks noGrp="1"/>
          </p:cNvSpPr>
          <p:nvPr/>
        </p:nvSpPr>
        <p:spPr>
          <a:xfrm>
            <a:off x="59055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服务节点">
            <a:extLst>
              <a:ext uri="{FF2B5EF4-FFF2-40B4-BE49-F238E27FC236}">
                <a16:creationId xmlns:a16="http://schemas.microsoft.com/office/drawing/2014/main" id="{770D8876-34E7-45B0-94E2-E7ABC729890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服务连接线">
            <a:extLst>
              <a:ext uri="{FF2B5EF4-FFF2-40B4-BE49-F238E27FC236}">
                <a16:creationId xmlns:a16="http://schemas.microsoft.com/office/drawing/2014/main" id="{041B26D9-8086-4E83-864A-4964CC37F894}"/>
              </a:ext>
            </a:extLst>
          </p:cNvPr>
          <p:cNvSpPr>
            <a:spLocks noGrp="1"/>
          </p:cNvSpPr>
          <p:nvPr/>
        </p:nvSpPr>
        <p:spPr>
          <a:xfrm>
            <a:off x="60960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服务节点">
            <a:extLst>
              <a:ext uri="{FF2B5EF4-FFF2-40B4-BE49-F238E27FC236}">
                <a16:creationId xmlns:a16="http://schemas.microsoft.com/office/drawing/2014/main" id="{B8E96AA3-58FB-4231-9F45-F2C771B2EE23}"/>
              </a:ext>
            </a:extLst>
          </p:cNvPr>
          <p:cNvSpPr>
            <a:spLocks noGrp="1"/>
          </p:cNvSpPr>
          <p:nvPr/>
        </p:nvSpPr>
        <p:spPr>
          <a:xfrm>
            <a:off x="6248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服务连接线">
            <a:extLst>
              <a:ext uri="{FF2B5EF4-FFF2-40B4-BE49-F238E27FC236}">
                <a16:creationId xmlns:a16="http://schemas.microsoft.com/office/drawing/2014/main" id="{8CE3F327-C5AE-4BF0-823C-C5B212A48E35}"/>
              </a:ext>
            </a:extLst>
          </p:cNvPr>
          <p:cNvSpPr>
            <a:spLocks noGrp="1"/>
          </p:cNvSpPr>
          <p:nvPr/>
        </p:nvSpPr>
        <p:spPr>
          <a:xfrm>
            <a:off x="59055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服务节点">
            <a:extLst>
              <a:ext uri="{FF2B5EF4-FFF2-40B4-BE49-F238E27FC236}">
                <a16:creationId xmlns:a16="http://schemas.microsoft.com/office/drawing/2014/main" id="{54A348B8-D02E-40E8-8114-AF2D86918B99}"/>
              </a:ext>
            </a:extLst>
          </p:cNvPr>
          <p:cNvSpPr>
            <a:spLocks noGrp="1"/>
          </p:cNvSpPr>
          <p:nvPr/>
        </p:nvSpPr>
        <p:spPr>
          <a:xfrm>
            <a:off x="5867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服务连接线">
            <a:extLst>
              <a:ext uri="{FF2B5EF4-FFF2-40B4-BE49-F238E27FC236}">
                <a16:creationId xmlns:a16="http://schemas.microsoft.com/office/drawing/2014/main" id="{5475EEE1-C86B-4309-8A42-6F6D80E14F86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服务节点">
            <a:extLst>
              <a:ext uri="{FF2B5EF4-FFF2-40B4-BE49-F238E27FC236}">
                <a16:creationId xmlns:a16="http://schemas.microsoft.com/office/drawing/2014/main" id="{F1EF6EC1-69ED-43E7-8482-01716E063815}"/>
              </a:ext>
            </a:extLst>
          </p:cNvPr>
          <p:cNvSpPr>
            <a:spLocks noGrp="1"/>
          </p:cNvSpPr>
          <p:nvPr/>
        </p:nvSpPr>
        <p:spPr>
          <a:xfrm>
            <a:off x="6248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服务连接线">
            <a:extLst>
              <a:ext uri="{FF2B5EF4-FFF2-40B4-BE49-F238E27FC236}">
                <a16:creationId xmlns:a16="http://schemas.microsoft.com/office/drawing/2014/main" id="{8AD5914F-4F0B-4DD1-B892-4F46F213F6FD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服务节点">
            <a:extLst>
              <a:ext uri="{FF2B5EF4-FFF2-40B4-BE49-F238E27FC236}">
                <a16:creationId xmlns:a16="http://schemas.microsoft.com/office/drawing/2014/main" id="{73C7795F-714E-4CDA-9DEB-53E3284593F0}"/>
              </a:ext>
            </a:extLst>
          </p:cNvPr>
          <p:cNvSpPr>
            <a:spLocks noGrp="1"/>
          </p:cNvSpPr>
          <p:nvPr/>
        </p:nvSpPr>
        <p:spPr>
          <a:xfrm>
            <a:off x="5867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服务连接线">
            <a:extLst>
              <a:ext uri="{FF2B5EF4-FFF2-40B4-BE49-F238E27FC236}">
                <a16:creationId xmlns:a16="http://schemas.microsoft.com/office/drawing/2014/main" id="{08ECDA3E-7239-4CB7-92E4-727761BAA2FE}"/>
              </a:ext>
            </a:extLst>
          </p:cNvPr>
          <p:cNvSpPr>
            <a:spLocks noGrp="1"/>
          </p:cNvSpPr>
          <p:nvPr/>
        </p:nvSpPr>
        <p:spPr>
          <a:xfrm>
            <a:off x="60960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服务节点">
            <a:extLst>
              <a:ext uri="{FF2B5EF4-FFF2-40B4-BE49-F238E27FC236}">
                <a16:creationId xmlns:a16="http://schemas.microsoft.com/office/drawing/2014/main" id="{26EBA05A-CD76-459F-B1B4-48CF13600BE4}"/>
              </a:ext>
            </a:extLst>
          </p:cNvPr>
          <p:cNvSpPr>
            <a:spLocks noGrp="1"/>
          </p:cNvSpPr>
          <p:nvPr/>
        </p:nvSpPr>
        <p:spPr>
          <a:xfrm>
            <a:off x="6248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0" name="Rive第6页演示（隐藏后可编辑下层）">
            <a:extLst>
              <a:ext uri="{FF2B5EF4-FFF2-40B4-BE49-F238E27FC236}">
                <a16:creationId xmlns:a16="http://schemas.microsoft.com/office/drawing/2014/main" id="{3134678C-FFE9-4607-A9CF-4C894CB6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4766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地图与折中曲线怎样读">
            <a:extLst>
              <a:ext uri="{FF2B5EF4-FFF2-40B4-BE49-F238E27FC236}">
                <a16:creationId xmlns:a16="http://schemas.microsoft.com/office/drawing/2014/main" id="{35C9827D-575F-429B-8BE8-BAC5480E673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地图与折中曲线怎样读</a:t>
            </a:r>
          </a:p>
        </p:txBody>
      </p:sp>
      <p:sp>
        <p:nvSpPr>
          <p:cNvPr id="2" name="本组测算：OSM已标注居住用地面积；直线距离；两套范围分别计算">
            <a:extLst>
              <a:ext uri="{FF2B5EF4-FFF2-40B4-BE49-F238E27FC236}">
                <a16:creationId xmlns:a16="http://schemas.microsoft.com/office/drawing/2014/main" id="{00740F8E-C650-4E11-B12F-7CAB17D5FBB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本组测算：OSM已标注居住用地面积；直线距离；两套范围分别计算</a:t>
            </a:r>
          </a:p>
        </p:txBody>
      </p:sp>
      <p:sp>
        <p:nvSpPr>
          <p:cNvPr id="3" name="08">
            <a:extLst>
              <a:ext uri="{FF2B5EF4-FFF2-40B4-BE49-F238E27FC236}">
                <a16:creationId xmlns:a16="http://schemas.microsoft.com/office/drawing/2014/main" id="{25A3C44B-ED71-4290-A50D-680DEC491FA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地图">
            <a:extLst>
              <a:ext uri="{FF2B5EF4-FFF2-40B4-BE49-F238E27FC236}">
                <a16:creationId xmlns:a16="http://schemas.microsoft.com/office/drawing/2014/main" id="{F4FE0D1E-8A1A-4AF3-B309-375D155E167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地图</a:t>
            </a:r>
          </a:p>
        </p:txBody>
      </p:sp>
      <p:sp>
        <p:nvSpPr>
          <p:cNvPr id="5" name="全市16区与中心七区并排看&#10;服务半径逐步扩大&#10;显示样本居住用地的">
            <a:extLst>
              <a:ext uri="{FF2B5EF4-FFF2-40B4-BE49-F238E27FC236}">
                <a16:creationId xmlns:a16="http://schemas.microsoft.com/office/drawing/2014/main" id="{9B5E68CD-E02A-4762-B43F-F2489F377DD3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2863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全市16区与中心七区并排看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服务半径逐步扩大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显示样本居住用地的覆盖变化</a:t>
            </a:r>
          </a:p>
        </p:txBody>
      </p:sp>
      <p:sp>
        <p:nvSpPr>
          <p:cNvPr id="6" name="折中曲线">
            <a:extLst>
              <a:ext uri="{FF2B5EF4-FFF2-40B4-BE49-F238E27FC236}">
                <a16:creationId xmlns:a16="http://schemas.microsoft.com/office/drawing/2014/main" id="{50B6AEC9-9772-4573-808B-778C955CBC92}"/>
              </a:ext>
            </a:extLst>
          </p:cNvPr>
          <p:cNvSpPr>
            <a:spLocks noGrp="1"/>
          </p:cNvSpPr>
          <p:nvPr/>
        </p:nvSpPr>
        <p:spPr>
          <a:xfrm>
            <a:off x="6667500" y="14763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折中曲线</a:t>
            </a:r>
          </a:p>
        </p:txBody>
      </p:sp>
      <p:sp>
        <p:nvSpPr>
          <p:cNvPr id="7" name="横轴 直线半径　纵轴 面积覆盖率&#10;圆点 折中候选　△ 85%目标">
            <a:extLst>
              <a:ext uri="{FF2B5EF4-FFF2-40B4-BE49-F238E27FC236}">
                <a16:creationId xmlns:a16="http://schemas.microsoft.com/office/drawing/2014/main" id="{A3737197-7669-40A7-B20C-18407748D4CF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横轴 直线半径　纵轴 面积覆盖率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圆点 折中候选　△ 85%目标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两条曲线采用共同坐标尺度</a:t>
            </a:r>
          </a:p>
        </p:txBody>
      </p:sp>
      <p:sp>
        <p:nvSpPr>
          <p:cNvPr id="8" name="同一时点数据，半径从约60%覆盖扩展到约88%覆盖">
            <a:extLst>
              <a:ext uri="{FF2B5EF4-FFF2-40B4-BE49-F238E27FC236}">
                <a16:creationId xmlns:a16="http://schemas.microsoft.com/office/drawing/2014/main" id="{5526E8DD-7780-45F9-8E06-549AA1BFD0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同一时点数据，半径从约60%覆盖扩展到约88%覆盖</a:t>
            </a:r>
          </a:p>
        </p:txBody>
      </p:sp>
      <p:sp>
        <p:nvSpPr>
          <p:cNvPr id="9" name="全市分母531.61平方公里　中心七区85.76平方公里">
            <a:extLst>
              <a:ext uri="{FF2B5EF4-FFF2-40B4-BE49-F238E27FC236}">
                <a16:creationId xmlns:a16="http://schemas.microsoft.com/office/drawing/2014/main" id="{BEDB2596-A2C5-4D7D-A555-D85816881CEA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全市分母531.61平方公里　中心七区85.76平方公里</a:t>
            </a:r>
          </a:p>
        </p:txBody>
      </p:sp>
      <p:pic>
        <p:nvPicPr>
          <p:cNvPr id="11" name="Rive第8页演示（隐藏后可编辑下层）">
            <a:extLst>
              <a:ext uri="{FF2B5EF4-FFF2-40B4-BE49-F238E27FC236}">
                <a16:creationId xmlns:a16="http://schemas.microsoft.com/office/drawing/2014/main" id="{2B64504C-2646-4DF7-854A-81646BA36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8194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小组对人民城市的理解">
            <a:extLst>
              <a:ext uri="{FF2B5EF4-FFF2-40B4-BE49-F238E27FC236}">
                <a16:creationId xmlns:a16="http://schemas.microsoft.com/office/drawing/2014/main" id="{5F5AA743-C7B0-48E6-A3B0-2FE315A48DB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小组对人民城市的理解</a:t>
            </a:r>
          </a:p>
        </p:txBody>
      </p:sp>
      <p:sp>
        <p:nvSpPr>
          <p:cNvPr id="2" name="本组理解：社区公共服务是观察人民城市的一个入口">
            <a:extLst>
              <a:ext uri="{FF2B5EF4-FFF2-40B4-BE49-F238E27FC236}">
                <a16:creationId xmlns:a16="http://schemas.microsoft.com/office/drawing/2014/main" id="{D2ED0EDC-DEA3-4A3D-8F77-AF7EDBFFF85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本组理解：社区公共服务是观察人民城市的一个入口</a:t>
            </a:r>
          </a:p>
        </p:txBody>
      </p:sp>
      <p:sp>
        <p:nvSpPr>
          <p:cNvPr id="3" name="19">
            <a:extLst>
              <a:ext uri="{FF2B5EF4-FFF2-40B4-BE49-F238E27FC236}">
                <a16:creationId xmlns:a16="http://schemas.microsoft.com/office/drawing/2014/main" id="{DD27DCAE-E405-4176-B43D-1ADC1ECE16F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以生活和劳动在城市中的人为主体">
            <a:extLst>
              <a:ext uri="{FF2B5EF4-FFF2-40B4-BE49-F238E27FC236}">
                <a16:creationId xmlns:a16="http://schemas.microsoft.com/office/drawing/2014/main" id="{8F4CC32F-5812-4515-8E0E-B6165C784C35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以生活和劳动在城市中的人为主体</a:t>
            </a:r>
          </a:p>
        </p:txBody>
      </p:sp>
      <p:sp>
        <p:nvSpPr>
          <p:cNvPr id="5" name="公共制度让城市空间和基本服务&#10;广泛惠及居民">
            <a:extLst>
              <a:ext uri="{FF2B5EF4-FFF2-40B4-BE49-F238E27FC236}">
                <a16:creationId xmlns:a16="http://schemas.microsoft.com/office/drawing/2014/main" id="{9278490F-7023-45AA-AAFC-5686680F7320}"/>
              </a:ext>
            </a:extLst>
          </p:cNvPr>
          <p:cNvSpPr>
            <a:spLocks noGrp="1"/>
          </p:cNvSpPr>
          <p:nvPr/>
        </p:nvSpPr>
        <p:spPr>
          <a:xfrm>
            <a:off x="571500" y="2981325"/>
            <a:ext cx="11049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公共制度让城市空间和基本服务</a:t>
            </a:r>
          </a:p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广泛惠及居民</a:t>
            </a:r>
          </a:p>
        </p:txBody>
      </p:sp>
      <p:sp>
        <p:nvSpPr>
          <p:cNvPr id="6" name="能够负担生活、稳定居住、参与治理">
            <a:extLst>
              <a:ext uri="{FF2B5EF4-FFF2-40B4-BE49-F238E27FC236}">
                <a16:creationId xmlns:a16="http://schemas.microsoft.com/office/drawing/2014/main" id="{AB79E778-2981-4523-A67F-DEA60C4E4E22}"/>
              </a:ext>
            </a:extLst>
          </p:cNvPr>
          <p:cNvSpPr>
            <a:spLocks noGrp="1"/>
          </p:cNvSpPr>
          <p:nvPr/>
        </p:nvSpPr>
        <p:spPr>
          <a:xfrm>
            <a:off x="571500" y="5038725"/>
            <a:ext cx="11049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能够负担生活、稳定居住、参与治理</a:t>
            </a:r>
          </a:p>
        </p:txBody>
      </p:sp>
      <p:pic>
        <p:nvPicPr>
          <p:cNvPr id="8" name="Rive第19页演示（隐藏后可编辑下层）">
            <a:extLst>
              <a:ext uri="{FF2B5EF4-FFF2-40B4-BE49-F238E27FC236}">
                <a16:creationId xmlns:a16="http://schemas.microsoft.com/office/drawing/2014/main" id="{1C4D81FB-06C9-4932-AB4A-890DBEFF3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39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9921</Words>
  <Application>Microsoft Office PowerPoint</Application>
  <DocSecurity>0</DocSecurity>
  <PresentationFormat>宽屏</PresentationFormat>
  <Paragraphs>1289</Paragraphs>
  <Slides>38</Slides>
  <Notes>38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1" baseType="lpstr">
      <vt:lpstr>DengXian</vt:lpstr>
      <vt:lpstr>STZhongsong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/>
  <cp:revision>3</cp:revision>
  <dcterms:created xsi:type="dcterms:W3CDTF">2026-10-17T16:39:40Z</dcterms:created>
  <dcterms:modified xsi:type="dcterms:W3CDTF">2026-10-22T05:32:25Z</dcterms:modified>
</cp:coreProperties>
</file>